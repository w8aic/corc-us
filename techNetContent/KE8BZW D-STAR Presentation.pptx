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glb" ContentType="model/gltf.binary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22"/>
  </p:notesMasterIdLst>
  <p:handoutMasterIdLst>
    <p:handoutMasterId r:id="rId23"/>
  </p:handoutMasterIdLst>
  <p:sldIdLst>
    <p:sldId id="256" r:id="rId5"/>
    <p:sldId id="257" r:id="rId6"/>
    <p:sldId id="258" r:id="rId7"/>
    <p:sldId id="262" r:id="rId8"/>
    <p:sldId id="270" r:id="rId9"/>
    <p:sldId id="263" r:id="rId10"/>
    <p:sldId id="269" r:id="rId11"/>
    <p:sldId id="264" r:id="rId12"/>
    <p:sldId id="273" r:id="rId13"/>
    <p:sldId id="265" r:id="rId14"/>
    <p:sldId id="259" r:id="rId15"/>
    <p:sldId id="260" r:id="rId16"/>
    <p:sldId id="261" r:id="rId17"/>
    <p:sldId id="268" r:id="rId18"/>
    <p:sldId id="266" r:id="rId19"/>
    <p:sldId id="272" r:id="rId20"/>
    <p:sldId id="271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9898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5D2D3B7-1D78-4CD5-B9FA-63E9F2A7724B}" v="1485" dt="2022-11-29T05:26:19.36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03" autoAdjust="0"/>
    <p:restoredTop sz="90704" autoAdjust="0"/>
  </p:normalViewPr>
  <p:slideViewPr>
    <p:cSldViewPr snapToGrid="0">
      <p:cViewPr varScale="1">
        <p:scale>
          <a:sx n="116" d="100"/>
          <a:sy n="116" d="100"/>
        </p:scale>
        <p:origin x="16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k Noble" userId="4d807eec5c91a338" providerId="LiveId" clId="{15D2D3B7-1D78-4CD5-B9FA-63E9F2A7724B}"/>
    <pc:docChg chg="undo redo custSel addSld delSld modSld sldOrd">
      <pc:chgData name="Mark Noble" userId="4d807eec5c91a338" providerId="LiveId" clId="{15D2D3B7-1D78-4CD5-B9FA-63E9F2A7724B}" dt="2022-11-29T05:26:19.364" v="3582"/>
      <pc:docMkLst>
        <pc:docMk/>
      </pc:docMkLst>
      <pc:sldChg chg="modSp mod">
        <pc:chgData name="Mark Noble" userId="4d807eec5c91a338" providerId="LiveId" clId="{15D2D3B7-1D78-4CD5-B9FA-63E9F2A7724B}" dt="2022-11-29T04:29:58.193" v="2934" actId="27636"/>
        <pc:sldMkLst>
          <pc:docMk/>
          <pc:sldMk cId="1713219598" sldId="257"/>
        </pc:sldMkLst>
        <pc:spChg chg="mod">
          <ac:chgData name="Mark Noble" userId="4d807eec5c91a338" providerId="LiveId" clId="{15D2D3B7-1D78-4CD5-B9FA-63E9F2A7724B}" dt="2022-11-29T04:29:58.193" v="2934" actId="27636"/>
          <ac:spMkLst>
            <pc:docMk/>
            <pc:sldMk cId="1713219598" sldId="257"/>
            <ac:spMk id="3" creationId="{5671D7E5-EF66-4BCD-8DAA-E9061157F0BE}"/>
          </ac:spMkLst>
        </pc:spChg>
        <pc:spChg chg="mod">
          <ac:chgData name="Mark Noble" userId="4d807eec5c91a338" providerId="LiveId" clId="{15D2D3B7-1D78-4CD5-B9FA-63E9F2A7724B}" dt="2022-11-29T02:16:30.181" v="377" actId="20577"/>
          <ac:spMkLst>
            <pc:docMk/>
            <pc:sldMk cId="1713219598" sldId="257"/>
            <ac:spMk id="4" creationId="{36C19884-873C-4D13-BE6D-318CF07B0D12}"/>
          </ac:spMkLst>
        </pc:spChg>
      </pc:sldChg>
      <pc:sldChg chg="modSp mod">
        <pc:chgData name="Mark Noble" userId="4d807eec5c91a338" providerId="LiveId" clId="{15D2D3B7-1D78-4CD5-B9FA-63E9F2A7724B}" dt="2022-11-29T02:17:03.059" v="389" actId="20577"/>
        <pc:sldMkLst>
          <pc:docMk/>
          <pc:sldMk cId="3571516367" sldId="258"/>
        </pc:sldMkLst>
        <pc:spChg chg="mod">
          <ac:chgData name="Mark Noble" userId="4d807eec5c91a338" providerId="LiveId" clId="{15D2D3B7-1D78-4CD5-B9FA-63E9F2A7724B}" dt="2022-11-29T02:17:03.059" v="389" actId="20577"/>
          <ac:spMkLst>
            <pc:docMk/>
            <pc:sldMk cId="3571516367" sldId="258"/>
            <ac:spMk id="5" creationId="{8D51ED20-04D4-4894-B0C2-9C541A61A734}"/>
          </ac:spMkLst>
        </pc:spChg>
      </pc:sldChg>
      <pc:sldChg chg="modSp mod ord">
        <pc:chgData name="Mark Noble" userId="4d807eec5c91a338" providerId="LiveId" clId="{15D2D3B7-1D78-4CD5-B9FA-63E9F2A7724B}" dt="2022-11-29T02:54:20.341" v="1955" actId="20577"/>
        <pc:sldMkLst>
          <pc:docMk/>
          <pc:sldMk cId="332104327" sldId="259"/>
        </pc:sldMkLst>
        <pc:spChg chg="mod">
          <ac:chgData name="Mark Noble" userId="4d807eec5c91a338" providerId="LiveId" clId="{15D2D3B7-1D78-4CD5-B9FA-63E9F2A7724B}" dt="2022-11-29T02:53:11.256" v="1921" actId="20577"/>
          <ac:spMkLst>
            <pc:docMk/>
            <pc:sldMk cId="332104327" sldId="259"/>
            <ac:spMk id="2" creationId="{FA93DB88-62DD-4C41-977F-D59BEF14EE76}"/>
          </ac:spMkLst>
        </pc:spChg>
        <pc:spChg chg="mod">
          <ac:chgData name="Mark Noble" userId="4d807eec5c91a338" providerId="LiveId" clId="{15D2D3B7-1D78-4CD5-B9FA-63E9F2A7724B}" dt="2022-11-29T02:53:21.712" v="1922" actId="20577"/>
          <ac:spMkLst>
            <pc:docMk/>
            <pc:sldMk cId="332104327" sldId="259"/>
            <ac:spMk id="3" creationId="{AEF37E83-2D8B-42EF-A2C4-5D2BBDB1F05B}"/>
          </ac:spMkLst>
        </pc:spChg>
        <pc:spChg chg="mod">
          <ac:chgData name="Mark Noble" userId="4d807eec5c91a338" providerId="LiveId" clId="{15D2D3B7-1D78-4CD5-B9FA-63E9F2A7724B}" dt="2022-11-29T02:53:24.256" v="1923" actId="20577"/>
          <ac:spMkLst>
            <pc:docMk/>
            <pc:sldMk cId="332104327" sldId="259"/>
            <ac:spMk id="4" creationId="{B0D77839-2CFD-4BC8-85DA-9EE69CCE1B20}"/>
          </ac:spMkLst>
        </pc:spChg>
        <pc:spChg chg="mod">
          <ac:chgData name="Mark Noble" userId="4d807eec5c91a338" providerId="LiveId" clId="{15D2D3B7-1D78-4CD5-B9FA-63E9F2A7724B}" dt="2022-11-29T02:53:26.317" v="1924" actId="20577"/>
          <ac:spMkLst>
            <pc:docMk/>
            <pc:sldMk cId="332104327" sldId="259"/>
            <ac:spMk id="5" creationId="{57E386FF-C90F-4484-A843-D4BA75FFF002}"/>
          </ac:spMkLst>
        </pc:spChg>
        <pc:spChg chg="mod">
          <ac:chgData name="Mark Noble" userId="4d807eec5c91a338" providerId="LiveId" clId="{15D2D3B7-1D78-4CD5-B9FA-63E9F2A7724B}" dt="2022-11-29T02:53:28.677" v="1925" actId="20577"/>
          <ac:spMkLst>
            <pc:docMk/>
            <pc:sldMk cId="332104327" sldId="259"/>
            <ac:spMk id="6" creationId="{F30780D1-5C1B-411C-81ED-7B9970FCBF8A}"/>
          </ac:spMkLst>
        </pc:spChg>
        <pc:spChg chg="mod">
          <ac:chgData name="Mark Noble" userId="4d807eec5c91a338" providerId="LiveId" clId="{15D2D3B7-1D78-4CD5-B9FA-63E9F2A7724B}" dt="2022-11-29T02:48:21.049" v="1819" actId="20577"/>
          <ac:spMkLst>
            <pc:docMk/>
            <pc:sldMk cId="332104327" sldId="259"/>
            <ac:spMk id="12" creationId="{FABE7D8B-D1CD-44C0-AD2D-2ABA67684E97}"/>
          </ac:spMkLst>
        </pc:spChg>
        <pc:spChg chg="mod">
          <ac:chgData name="Mark Noble" userId="4d807eec5c91a338" providerId="LiveId" clId="{15D2D3B7-1D78-4CD5-B9FA-63E9F2A7724B}" dt="2022-11-29T02:53:51.743" v="1940" actId="20577"/>
          <ac:spMkLst>
            <pc:docMk/>
            <pc:sldMk cId="332104327" sldId="259"/>
            <ac:spMk id="13" creationId="{8C2F0B15-120C-423F-8EE5-F303B19D5CC5}"/>
          </ac:spMkLst>
        </pc:spChg>
        <pc:spChg chg="mod">
          <ac:chgData name="Mark Noble" userId="4d807eec5c91a338" providerId="LiveId" clId="{15D2D3B7-1D78-4CD5-B9FA-63E9F2A7724B}" dt="2022-11-29T02:53:57.696" v="1941" actId="20577"/>
          <ac:spMkLst>
            <pc:docMk/>
            <pc:sldMk cId="332104327" sldId="259"/>
            <ac:spMk id="14" creationId="{300D2644-F516-41F1-A88D-93673EA209A4}"/>
          </ac:spMkLst>
        </pc:spChg>
        <pc:spChg chg="mod">
          <ac:chgData name="Mark Noble" userId="4d807eec5c91a338" providerId="LiveId" clId="{15D2D3B7-1D78-4CD5-B9FA-63E9F2A7724B}" dt="2022-11-29T02:54:20.341" v="1955" actId="20577"/>
          <ac:spMkLst>
            <pc:docMk/>
            <pc:sldMk cId="332104327" sldId="259"/>
            <ac:spMk id="15" creationId="{9405A1F0-98C1-4B11-8D9A-3C009ADC44D0}"/>
          </ac:spMkLst>
        </pc:spChg>
        <pc:spChg chg="mod">
          <ac:chgData name="Mark Noble" userId="4d807eec5c91a338" providerId="LiveId" clId="{15D2D3B7-1D78-4CD5-B9FA-63E9F2A7724B}" dt="2022-11-29T02:18:15.721" v="413" actId="20577"/>
          <ac:spMkLst>
            <pc:docMk/>
            <pc:sldMk cId="332104327" sldId="259"/>
            <ac:spMk id="16" creationId="{24238BD7-9B10-4E64-B1B4-FDE6DD70AA60}"/>
          </ac:spMkLst>
        </pc:spChg>
        <pc:spChg chg="mod">
          <ac:chgData name="Mark Noble" userId="4d807eec5c91a338" providerId="LiveId" clId="{15D2D3B7-1D78-4CD5-B9FA-63E9F2A7724B}" dt="2022-11-29T02:18:12.575" v="411"/>
          <ac:spMkLst>
            <pc:docMk/>
            <pc:sldMk cId="332104327" sldId="259"/>
            <ac:spMk id="17" creationId="{CD3D67B7-A821-49FC-94BE-19EDE9D319A5}"/>
          </ac:spMkLst>
        </pc:spChg>
      </pc:sldChg>
      <pc:sldChg chg="modSp mod ord">
        <pc:chgData name="Mark Noble" userId="4d807eec5c91a338" providerId="LiveId" clId="{15D2D3B7-1D78-4CD5-B9FA-63E9F2A7724B}" dt="2022-11-29T04:39:45.333" v="3489" actId="20577"/>
        <pc:sldMkLst>
          <pc:docMk/>
          <pc:sldMk cId="1663780162" sldId="260"/>
        </pc:sldMkLst>
        <pc:spChg chg="mod">
          <ac:chgData name="Mark Noble" userId="4d807eec5c91a338" providerId="LiveId" clId="{15D2D3B7-1D78-4CD5-B9FA-63E9F2A7724B}" dt="2022-11-29T04:39:45.333" v="3489" actId="20577"/>
          <ac:spMkLst>
            <pc:docMk/>
            <pc:sldMk cId="1663780162" sldId="260"/>
            <ac:spMk id="2" creationId="{09140014-73D5-419B-8867-972BB18D52D4}"/>
          </ac:spMkLst>
        </pc:spChg>
        <pc:spChg chg="mod">
          <ac:chgData name="Mark Noble" userId="4d807eec5c91a338" providerId="LiveId" clId="{15D2D3B7-1D78-4CD5-B9FA-63E9F2A7724B}" dt="2022-11-29T04:39:37.344" v="3479" actId="20577"/>
          <ac:spMkLst>
            <pc:docMk/>
            <pc:sldMk cId="1663780162" sldId="260"/>
            <ac:spMk id="3" creationId="{A45AD8B9-3719-4696-A80F-16A618C5D134}"/>
          </ac:spMkLst>
        </pc:spChg>
        <pc:spChg chg="mod">
          <ac:chgData name="Mark Noble" userId="4d807eec5c91a338" providerId="LiveId" clId="{15D2D3B7-1D78-4CD5-B9FA-63E9F2A7724B}" dt="2022-11-29T04:39:12.237" v="3442" actId="20577"/>
          <ac:spMkLst>
            <pc:docMk/>
            <pc:sldMk cId="1663780162" sldId="260"/>
            <ac:spMk id="4" creationId="{33D8731E-4977-402E-8BFD-895B4D0544CC}"/>
          </ac:spMkLst>
        </pc:spChg>
        <pc:spChg chg="mod">
          <ac:chgData name="Mark Noble" userId="4d807eec5c91a338" providerId="LiveId" clId="{15D2D3B7-1D78-4CD5-B9FA-63E9F2A7724B}" dt="2022-11-29T04:39:26.908" v="3459" actId="20577"/>
          <ac:spMkLst>
            <pc:docMk/>
            <pc:sldMk cId="1663780162" sldId="260"/>
            <ac:spMk id="5" creationId="{91CDEC5F-B8EE-4BC1-843F-13135E6E7AB2}"/>
          </ac:spMkLst>
        </pc:spChg>
        <pc:spChg chg="mod">
          <ac:chgData name="Mark Noble" userId="4d807eec5c91a338" providerId="LiveId" clId="{15D2D3B7-1D78-4CD5-B9FA-63E9F2A7724B}" dt="2022-11-29T04:34:41.770" v="3217" actId="20577"/>
          <ac:spMkLst>
            <pc:docMk/>
            <pc:sldMk cId="1663780162" sldId="260"/>
            <ac:spMk id="6" creationId="{50B65871-FA95-449A-B8BC-90486DE532EF}"/>
          </ac:spMkLst>
        </pc:spChg>
        <pc:spChg chg="mod">
          <ac:chgData name="Mark Noble" userId="4d807eec5c91a338" providerId="LiveId" clId="{15D2D3B7-1D78-4CD5-B9FA-63E9F2A7724B}" dt="2022-11-29T02:18:22.758" v="415" actId="20577"/>
          <ac:spMkLst>
            <pc:docMk/>
            <pc:sldMk cId="1663780162" sldId="260"/>
            <ac:spMk id="7" creationId="{B2A46C4A-D036-4440-BB64-6754F4FF27C1}"/>
          </ac:spMkLst>
        </pc:spChg>
        <pc:spChg chg="mod">
          <ac:chgData name="Mark Noble" userId="4d807eec5c91a338" providerId="LiveId" clId="{15D2D3B7-1D78-4CD5-B9FA-63E9F2A7724B}" dt="2022-11-29T02:18:26.644" v="416"/>
          <ac:spMkLst>
            <pc:docMk/>
            <pc:sldMk cId="1663780162" sldId="260"/>
            <ac:spMk id="8" creationId="{905F172A-5D5D-43CD-A187-DA0D303F4144}"/>
          </ac:spMkLst>
        </pc:spChg>
      </pc:sldChg>
      <pc:sldChg chg="addSp delSp modSp mod">
        <pc:chgData name="Mark Noble" userId="4d807eec5c91a338" providerId="LiveId" clId="{15D2D3B7-1D78-4CD5-B9FA-63E9F2A7724B}" dt="2022-11-29T04:28:52.594" v="2928" actId="1076"/>
        <pc:sldMkLst>
          <pc:docMk/>
          <pc:sldMk cId="1429429409" sldId="261"/>
        </pc:sldMkLst>
        <pc:spChg chg="mod">
          <ac:chgData name="Mark Noble" userId="4d807eec5c91a338" providerId="LiveId" clId="{15D2D3B7-1D78-4CD5-B9FA-63E9F2A7724B}" dt="2022-11-29T04:21:38.271" v="2845" actId="20577"/>
          <ac:spMkLst>
            <pc:docMk/>
            <pc:sldMk cId="1429429409" sldId="261"/>
            <ac:spMk id="2" creationId="{C4CA0637-CCAA-425E-A57A-6205AFDC8B8C}"/>
          </ac:spMkLst>
        </pc:spChg>
        <pc:spChg chg="del">
          <ac:chgData name="Mark Noble" userId="4d807eec5c91a338" providerId="LiveId" clId="{15D2D3B7-1D78-4CD5-B9FA-63E9F2A7724B}" dt="2022-11-29T04:22:31.630" v="2846" actId="478"/>
          <ac:spMkLst>
            <pc:docMk/>
            <pc:sldMk cId="1429429409" sldId="261"/>
            <ac:spMk id="3" creationId="{D851C395-6BC4-4F00-B40B-069DBBB7C08B}"/>
          </ac:spMkLst>
        </pc:spChg>
        <pc:spChg chg="del">
          <ac:chgData name="Mark Noble" userId="4d807eec5c91a338" providerId="LiveId" clId="{15D2D3B7-1D78-4CD5-B9FA-63E9F2A7724B}" dt="2022-11-29T04:22:31.630" v="2846" actId="478"/>
          <ac:spMkLst>
            <pc:docMk/>
            <pc:sldMk cId="1429429409" sldId="261"/>
            <ac:spMk id="4" creationId="{A1D16151-9486-4A03-AE3A-F1CC562E0564}"/>
          </ac:spMkLst>
        </pc:spChg>
        <pc:spChg chg="del">
          <ac:chgData name="Mark Noble" userId="4d807eec5c91a338" providerId="LiveId" clId="{15D2D3B7-1D78-4CD5-B9FA-63E9F2A7724B}" dt="2022-11-29T04:22:31.630" v="2846" actId="478"/>
          <ac:spMkLst>
            <pc:docMk/>
            <pc:sldMk cId="1429429409" sldId="261"/>
            <ac:spMk id="5" creationId="{DDE59236-37DD-4582-A2A0-3F9A13A3B55D}"/>
          </ac:spMkLst>
        </pc:spChg>
        <pc:spChg chg="del">
          <ac:chgData name="Mark Noble" userId="4d807eec5c91a338" providerId="LiveId" clId="{15D2D3B7-1D78-4CD5-B9FA-63E9F2A7724B}" dt="2022-11-29T04:22:31.630" v="2846" actId="478"/>
          <ac:spMkLst>
            <pc:docMk/>
            <pc:sldMk cId="1429429409" sldId="261"/>
            <ac:spMk id="6" creationId="{DE1CCF0F-F0BB-42D7-B3C2-C29336739F32}"/>
          </ac:spMkLst>
        </pc:spChg>
        <pc:spChg chg="del">
          <ac:chgData name="Mark Noble" userId="4d807eec5c91a338" providerId="LiveId" clId="{15D2D3B7-1D78-4CD5-B9FA-63E9F2A7724B}" dt="2022-11-29T04:22:31.630" v="2846" actId="478"/>
          <ac:spMkLst>
            <pc:docMk/>
            <pc:sldMk cId="1429429409" sldId="261"/>
            <ac:spMk id="7" creationId="{1F939793-2181-4A3D-9C5A-CE676CC83EC0}"/>
          </ac:spMkLst>
        </pc:spChg>
        <pc:spChg chg="del">
          <ac:chgData name="Mark Noble" userId="4d807eec5c91a338" providerId="LiveId" clId="{15D2D3B7-1D78-4CD5-B9FA-63E9F2A7724B}" dt="2022-11-29T04:22:31.630" v="2846" actId="478"/>
          <ac:spMkLst>
            <pc:docMk/>
            <pc:sldMk cId="1429429409" sldId="261"/>
            <ac:spMk id="8" creationId="{C9FA0B0D-7B36-4D63-86BD-20E6E1B6A0D8}"/>
          </ac:spMkLst>
        </pc:spChg>
        <pc:spChg chg="mod">
          <ac:chgData name="Mark Noble" userId="4d807eec5c91a338" providerId="LiveId" clId="{15D2D3B7-1D78-4CD5-B9FA-63E9F2A7724B}" dt="2022-11-29T02:18:37.327" v="419" actId="20577"/>
          <ac:spMkLst>
            <pc:docMk/>
            <pc:sldMk cId="1429429409" sldId="261"/>
            <ac:spMk id="9" creationId="{B86AD343-7149-4E7C-BD28-3080F25980CF}"/>
          </ac:spMkLst>
        </pc:spChg>
        <pc:spChg chg="mod">
          <ac:chgData name="Mark Noble" userId="4d807eec5c91a338" providerId="LiveId" clId="{15D2D3B7-1D78-4CD5-B9FA-63E9F2A7724B}" dt="2022-11-29T02:18:32.911" v="417"/>
          <ac:spMkLst>
            <pc:docMk/>
            <pc:sldMk cId="1429429409" sldId="261"/>
            <ac:spMk id="10" creationId="{A865CC01-A53B-495A-820C-BEC2680EDC42}"/>
          </ac:spMkLst>
        </pc:spChg>
        <pc:spChg chg="add del mod">
          <ac:chgData name="Mark Noble" userId="4d807eec5c91a338" providerId="LiveId" clId="{15D2D3B7-1D78-4CD5-B9FA-63E9F2A7724B}" dt="2022-11-29T04:22:36.839" v="2847" actId="478"/>
          <ac:spMkLst>
            <pc:docMk/>
            <pc:sldMk cId="1429429409" sldId="261"/>
            <ac:spMk id="13" creationId="{79F7175B-AC65-A01D-5E51-05C922D37FE8}"/>
          </ac:spMkLst>
        </pc:spChg>
        <pc:spChg chg="add del mod">
          <ac:chgData name="Mark Noble" userId="4d807eec5c91a338" providerId="LiveId" clId="{15D2D3B7-1D78-4CD5-B9FA-63E9F2A7724B}" dt="2022-11-29T04:22:36.839" v="2847" actId="478"/>
          <ac:spMkLst>
            <pc:docMk/>
            <pc:sldMk cId="1429429409" sldId="261"/>
            <ac:spMk id="15" creationId="{BFA7316A-056D-76BE-B806-827027BEE287}"/>
          </ac:spMkLst>
        </pc:spChg>
        <pc:spChg chg="add del mod">
          <ac:chgData name="Mark Noble" userId="4d807eec5c91a338" providerId="LiveId" clId="{15D2D3B7-1D78-4CD5-B9FA-63E9F2A7724B}" dt="2022-11-29T04:22:36.839" v="2847" actId="478"/>
          <ac:spMkLst>
            <pc:docMk/>
            <pc:sldMk cId="1429429409" sldId="261"/>
            <ac:spMk id="17" creationId="{C11D09E2-505C-008F-2D4F-083C91387DC6}"/>
          </ac:spMkLst>
        </pc:spChg>
        <pc:spChg chg="add del mod">
          <ac:chgData name="Mark Noble" userId="4d807eec5c91a338" providerId="LiveId" clId="{15D2D3B7-1D78-4CD5-B9FA-63E9F2A7724B}" dt="2022-11-29T04:22:36.839" v="2847" actId="478"/>
          <ac:spMkLst>
            <pc:docMk/>
            <pc:sldMk cId="1429429409" sldId="261"/>
            <ac:spMk id="19" creationId="{E6033DB6-A74C-2BE1-925D-5E54D30C3A4F}"/>
          </ac:spMkLst>
        </pc:spChg>
        <pc:spChg chg="add del mod">
          <ac:chgData name="Mark Noble" userId="4d807eec5c91a338" providerId="LiveId" clId="{15D2D3B7-1D78-4CD5-B9FA-63E9F2A7724B}" dt="2022-11-29T04:22:36.839" v="2847" actId="478"/>
          <ac:spMkLst>
            <pc:docMk/>
            <pc:sldMk cId="1429429409" sldId="261"/>
            <ac:spMk id="21" creationId="{61CD31F7-8BB7-BD7C-C446-EC9A5E03FFAF}"/>
          </ac:spMkLst>
        </pc:spChg>
        <pc:spChg chg="add del mod">
          <ac:chgData name="Mark Noble" userId="4d807eec5c91a338" providerId="LiveId" clId="{15D2D3B7-1D78-4CD5-B9FA-63E9F2A7724B}" dt="2022-11-29T04:22:36.839" v="2847" actId="478"/>
          <ac:spMkLst>
            <pc:docMk/>
            <pc:sldMk cId="1429429409" sldId="261"/>
            <ac:spMk id="23" creationId="{FB5CEECC-A9A2-D068-5A78-DFB6A9351FCD}"/>
          </ac:spMkLst>
        </pc:spChg>
        <pc:spChg chg="add mod">
          <ac:chgData name="Mark Noble" userId="4d807eec5c91a338" providerId="LiveId" clId="{15D2D3B7-1D78-4CD5-B9FA-63E9F2A7724B}" dt="2022-11-29T04:28:52.594" v="2928" actId="1076"/>
          <ac:spMkLst>
            <pc:docMk/>
            <pc:sldMk cId="1429429409" sldId="261"/>
            <ac:spMk id="25" creationId="{0778F230-BA12-AA35-2745-411A9E815382}"/>
          </ac:spMkLst>
        </pc:spChg>
        <pc:graphicFrameChg chg="add mod">
          <ac:chgData name="Mark Noble" userId="4d807eec5c91a338" providerId="LiveId" clId="{15D2D3B7-1D78-4CD5-B9FA-63E9F2A7724B}" dt="2022-11-29T04:27:39.290" v="2910"/>
          <ac:graphicFrameMkLst>
            <pc:docMk/>
            <pc:sldMk cId="1429429409" sldId="261"/>
            <ac:graphicFrameMk id="24" creationId="{A1E56C61-40BC-D450-237D-FCE4853D8802}"/>
          </ac:graphicFrameMkLst>
        </pc:graphicFrameChg>
      </pc:sldChg>
      <pc:sldChg chg="modSp mod">
        <pc:chgData name="Mark Noble" userId="4d807eec5c91a338" providerId="LiveId" clId="{15D2D3B7-1D78-4CD5-B9FA-63E9F2A7724B}" dt="2022-11-22T03:51:42.970" v="155" actId="20577"/>
        <pc:sldMkLst>
          <pc:docMk/>
          <pc:sldMk cId="379728094" sldId="262"/>
        </pc:sldMkLst>
        <pc:spChg chg="mod">
          <ac:chgData name="Mark Noble" userId="4d807eec5c91a338" providerId="LiveId" clId="{15D2D3B7-1D78-4CD5-B9FA-63E9F2A7724B}" dt="2022-11-22T03:51:42.970" v="155" actId="20577"/>
          <ac:spMkLst>
            <pc:docMk/>
            <pc:sldMk cId="379728094" sldId="262"/>
            <ac:spMk id="3" creationId="{DA8AFAA9-633A-475C-B8ED-840A34F7294D}"/>
          </ac:spMkLst>
        </pc:spChg>
      </pc:sldChg>
      <pc:sldChg chg="addSp delSp modSp mod ord">
        <pc:chgData name="Mark Noble" userId="4d807eec5c91a338" providerId="LiveId" clId="{15D2D3B7-1D78-4CD5-B9FA-63E9F2A7724B}" dt="2022-11-29T04:30:20.125" v="2936"/>
        <pc:sldMkLst>
          <pc:docMk/>
          <pc:sldMk cId="4055079983" sldId="263"/>
        </pc:sldMkLst>
        <pc:spChg chg="mod">
          <ac:chgData name="Mark Noble" userId="4d807eec5c91a338" providerId="LiveId" clId="{15D2D3B7-1D78-4CD5-B9FA-63E9F2A7724B}" dt="2022-11-29T03:12:11.752" v="2176" actId="20577"/>
          <ac:spMkLst>
            <pc:docMk/>
            <pc:sldMk cId="4055079983" sldId="263"/>
            <ac:spMk id="2" creationId="{42DD0E59-4C68-4F87-9821-23C69713D980}"/>
          </ac:spMkLst>
        </pc:spChg>
        <pc:spChg chg="mod">
          <ac:chgData name="Mark Noble" userId="4d807eec5c91a338" providerId="LiveId" clId="{15D2D3B7-1D78-4CD5-B9FA-63E9F2A7724B}" dt="2022-11-29T03:12:34.878" v="2177" actId="1076"/>
          <ac:spMkLst>
            <pc:docMk/>
            <pc:sldMk cId="4055079983" sldId="263"/>
            <ac:spMk id="3" creationId="{25A49E2A-E51F-4DB7-B643-0BACFA4CDF33}"/>
          </ac:spMkLst>
        </pc:spChg>
        <pc:spChg chg="add del mod">
          <ac:chgData name="Mark Noble" userId="4d807eec5c91a338" providerId="LiveId" clId="{15D2D3B7-1D78-4CD5-B9FA-63E9F2A7724B}" dt="2022-11-29T03:05:52.773" v="1997" actId="478"/>
          <ac:spMkLst>
            <pc:docMk/>
            <pc:sldMk cId="4055079983" sldId="263"/>
            <ac:spMk id="6" creationId="{68EE2938-A47B-29B0-9324-059078CB6B25}"/>
          </ac:spMkLst>
        </pc:spChg>
        <pc:spChg chg="mod">
          <ac:chgData name="Mark Noble" userId="4d807eec5c91a338" providerId="LiveId" clId="{15D2D3B7-1D78-4CD5-B9FA-63E9F2A7724B}" dt="2022-11-29T03:12:34.878" v="2177" actId="1076"/>
          <ac:spMkLst>
            <pc:docMk/>
            <pc:sldMk cId="4055079983" sldId="263"/>
            <ac:spMk id="8" creationId="{9584E2DE-7061-44CB-A94B-5555484F9744}"/>
          </ac:spMkLst>
        </pc:spChg>
        <pc:spChg chg="mod">
          <ac:chgData name="Mark Noble" userId="4d807eec5c91a338" providerId="LiveId" clId="{15D2D3B7-1D78-4CD5-B9FA-63E9F2A7724B}" dt="2022-11-29T03:12:34.878" v="2177" actId="1076"/>
          <ac:spMkLst>
            <pc:docMk/>
            <pc:sldMk cId="4055079983" sldId="263"/>
            <ac:spMk id="9" creationId="{87AF403D-91FB-404C-9346-862EFEC3564F}"/>
          </ac:spMkLst>
        </pc:spChg>
        <pc:spChg chg="mod">
          <ac:chgData name="Mark Noble" userId="4d807eec5c91a338" providerId="LiveId" clId="{15D2D3B7-1D78-4CD5-B9FA-63E9F2A7724B}" dt="2022-11-29T03:12:34.878" v="2177" actId="1076"/>
          <ac:spMkLst>
            <pc:docMk/>
            <pc:sldMk cId="4055079983" sldId="263"/>
            <ac:spMk id="10" creationId="{0EE34DCC-0789-4B21-A328-FF554B1B07BE}"/>
          </ac:spMkLst>
        </pc:spChg>
        <pc:spChg chg="mod">
          <ac:chgData name="Mark Noble" userId="4d807eec5c91a338" providerId="LiveId" clId="{15D2D3B7-1D78-4CD5-B9FA-63E9F2A7724B}" dt="2022-11-29T03:12:34.878" v="2177" actId="1076"/>
          <ac:spMkLst>
            <pc:docMk/>
            <pc:sldMk cId="4055079983" sldId="263"/>
            <ac:spMk id="11" creationId="{AA8375DF-11E9-44DF-BAA3-EACBE17AF4A7}"/>
          </ac:spMkLst>
        </pc:spChg>
        <pc:spChg chg="mod">
          <ac:chgData name="Mark Noble" userId="4d807eec5c91a338" providerId="LiveId" clId="{15D2D3B7-1D78-4CD5-B9FA-63E9F2A7724B}" dt="2022-11-29T03:12:34.878" v="2177" actId="1076"/>
          <ac:spMkLst>
            <pc:docMk/>
            <pc:sldMk cId="4055079983" sldId="263"/>
            <ac:spMk id="12" creationId="{57F11552-18E0-4565-AE6F-DE5290DF1269}"/>
          </ac:spMkLst>
        </pc:spChg>
        <pc:spChg chg="mod">
          <ac:chgData name="Mark Noble" userId="4d807eec5c91a338" providerId="LiveId" clId="{15D2D3B7-1D78-4CD5-B9FA-63E9F2A7724B}" dt="2022-11-29T03:12:34.878" v="2177" actId="1076"/>
          <ac:spMkLst>
            <pc:docMk/>
            <pc:sldMk cId="4055079983" sldId="263"/>
            <ac:spMk id="13" creationId="{92682AD9-94FA-4E64-864B-DC8F7A320D5C}"/>
          </ac:spMkLst>
        </pc:spChg>
        <pc:spChg chg="mod">
          <ac:chgData name="Mark Noble" userId="4d807eec5c91a338" providerId="LiveId" clId="{15D2D3B7-1D78-4CD5-B9FA-63E9F2A7724B}" dt="2022-11-29T03:13:20.272" v="2301" actId="20577"/>
          <ac:spMkLst>
            <pc:docMk/>
            <pc:sldMk cId="4055079983" sldId="263"/>
            <ac:spMk id="14" creationId="{AE93F4CF-DD26-41DA-BA4C-2DCAC0B2F5EB}"/>
          </ac:spMkLst>
        </pc:spChg>
        <pc:spChg chg="add del mod">
          <ac:chgData name="Mark Noble" userId="4d807eec5c91a338" providerId="LiveId" clId="{15D2D3B7-1D78-4CD5-B9FA-63E9F2A7724B}" dt="2022-11-29T03:05:52.773" v="1997" actId="478"/>
          <ac:spMkLst>
            <pc:docMk/>
            <pc:sldMk cId="4055079983" sldId="263"/>
            <ac:spMk id="15" creationId="{D8B7485B-F27C-B452-8E54-8C9426A6ECF8}"/>
          </ac:spMkLst>
        </pc:spChg>
        <pc:spChg chg="add del mod">
          <ac:chgData name="Mark Noble" userId="4d807eec5c91a338" providerId="LiveId" clId="{15D2D3B7-1D78-4CD5-B9FA-63E9F2A7724B}" dt="2022-11-29T03:05:52.773" v="1997" actId="478"/>
          <ac:spMkLst>
            <pc:docMk/>
            <pc:sldMk cId="4055079983" sldId="263"/>
            <ac:spMk id="17" creationId="{8267374B-31E1-F664-BA7B-7D85B2388A20}"/>
          </ac:spMkLst>
        </pc:spChg>
        <pc:spChg chg="add del mod">
          <ac:chgData name="Mark Noble" userId="4d807eec5c91a338" providerId="LiveId" clId="{15D2D3B7-1D78-4CD5-B9FA-63E9F2A7724B}" dt="2022-11-29T03:05:52.773" v="1997" actId="478"/>
          <ac:spMkLst>
            <pc:docMk/>
            <pc:sldMk cId="4055079983" sldId="263"/>
            <ac:spMk id="19" creationId="{57F20082-2742-1C96-2F26-B2F2631573CD}"/>
          </ac:spMkLst>
        </pc:spChg>
        <pc:spChg chg="add del mod">
          <ac:chgData name="Mark Noble" userId="4d807eec5c91a338" providerId="LiveId" clId="{15D2D3B7-1D78-4CD5-B9FA-63E9F2A7724B}" dt="2022-11-29T03:05:52.773" v="1997" actId="478"/>
          <ac:spMkLst>
            <pc:docMk/>
            <pc:sldMk cId="4055079983" sldId="263"/>
            <ac:spMk id="21" creationId="{EF8E3AF8-78D8-4042-63B8-26816F73F464}"/>
          </ac:spMkLst>
        </pc:spChg>
        <pc:spChg chg="add del mod">
          <ac:chgData name="Mark Noble" userId="4d807eec5c91a338" providerId="LiveId" clId="{15D2D3B7-1D78-4CD5-B9FA-63E9F2A7724B}" dt="2022-11-29T03:05:52.773" v="1997" actId="478"/>
          <ac:spMkLst>
            <pc:docMk/>
            <pc:sldMk cId="4055079983" sldId="263"/>
            <ac:spMk id="23" creationId="{9CE5396D-67C0-3B0B-1ED4-848D83686EA7}"/>
          </ac:spMkLst>
        </pc:spChg>
        <pc:spChg chg="add del mod">
          <ac:chgData name="Mark Noble" userId="4d807eec5c91a338" providerId="LiveId" clId="{15D2D3B7-1D78-4CD5-B9FA-63E9F2A7724B}" dt="2022-11-29T03:05:52.773" v="1997" actId="478"/>
          <ac:spMkLst>
            <pc:docMk/>
            <pc:sldMk cId="4055079983" sldId="263"/>
            <ac:spMk id="25" creationId="{71D90DEB-A4DF-CEF0-C1D8-E792AB906D0B}"/>
          </ac:spMkLst>
        </pc:spChg>
        <pc:spChg chg="add del mod">
          <ac:chgData name="Mark Noble" userId="4d807eec5c91a338" providerId="LiveId" clId="{15D2D3B7-1D78-4CD5-B9FA-63E9F2A7724B}" dt="2022-11-29T03:05:52.773" v="1997" actId="478"/>
          <ac:spMkLst>
            <pc:docMk/>
            <pc:sldMk cId="4055079983" sldId="263"/>
            <ac:spMk id="27" creationId="{85842A87-5203-D338-3D78-A4483C90C124}"/>
          </ac:spMkLst>
        </pc:spChg>
        <pc:spChg chg="add del mod">
          <ac:chgData name="Mark Noble" userId="4d807eec5c91a338" providerId="LiveId" clId="{15D2D3B7-1D78-4CD5-B9FA-63E9F2A7724B}" dt="2022-11-29T03:05:52.773" v="1997" actId="478"/>
          <ac:spMkLst>
            <pc:docMk/>
            <pc:sldMk cId="4055079983" sldId="263"/>
            <ac:spMk id="29" creationId="{E56CFF99-7895-4FEB-0AAF-81D694EA9D6D}"/>
          </ac:spMkLst>
        </pc:spChg>
        <pc:spChg chg="add del mod">
          <ac:chgData name="Mark Noble" userId="4d807eec5c91a338" providerId="LiveId" clId="{15D2D3B7-1D78-4CD5-B9FA-63E9F2A7724B}" dt="2022-11-29T03:05:52.773" v="1997" actId="478"/>
          <ac:spMkLst>
            <pc:docMk/>
            <pc:sldMk cId="4055079983" sldId="263"/>
            <ac:spMk id="31" creationId="{72878DEA-B8B6-34E0-BC32-C67D4E99F44C}"/>
          </ac:spMkLst>
        </pc:spChg>
        <pc:spChg chg="add del mod">
          <ac:chgData name="Mark Noble" userId="4d807eec5c91a338" providerId="LiveId" clId="{15D2D3B7-1D78-4CD5-B9FA-63E9F2A7724B}" dt="2022-11-29T03:05:57.358" v="1998" actId="478"/>
          <ac:spMkLst>
            <pc:docMk/>
            <pc:sldMk cId="4055079983" sldId="263"/>
            <ac:spMk id="33" creationId="{0828D0D4-7939-251D-945F-7A7950928C53}"/>
          </ac:spMkLst>
        </pc:spChg>
        <pc:spChg chg="add del mod">
          <ac:chgData name="Mark Noble" userId="4d807eec5c91a338" providerId="LiveId" clId="{15D2D3B7-1D78-4CD5-B9FA-63E9F2A7724B}" dt="2022-11-29T03:05:57.358" v="1998" actId="478"/>
          <ac:spMkLst>
            <pc:docMk/>
            <pc:sldMk cId="4055079983" sldId="263"/>
            <ac:spMk id="35" creationId="{E6DF299E-D634-60F1-E510-80F40764B250}"/>
          </ac:spMkLst>
        </pc:spChg>
        <pc:spChg chg="del">
          <ac:chgData name="Mark Noble" userId="4d807eec5c91a338" providerId="LiveId" clId="{15D2D3B7-1D78-4CD5-B9FA-63E9F2A7724B}" dt="2022-11-29T03:05:41.474" v="1996" actId="478"/>
          <ac:spMkLst>
            <pc:docMk/>
            <pc:sldMk cId="4055079983" sldId="263"/>
            <ac:spMk id="36" creationId="{9935192B-6592-4598-9D51-CFDF6F0A854F}"/>
          </ac:spMkLst>
        </pc:spChg>
        <pc:spChg chg="del">
          <ac:chgData name="Mark Noble" userId="4d807eec5c91a338" providerId="LiveId" clId="{15D2D3B7-1D78-4CD5-B9FA-63E9F2A7724B}" dt="2022-11-29T03:05:41.474" v="1996" actId="478"/>
          <ac:spMkLst>
            <pc:docMk/>
            <pc:sldMk cId="4055079983" sldId="263"/>
            <ac:spMk id="41" creationId="{6B09ED3A-8EC7-42CA-B68B-1377E5460E75}"/>
          </ac:spMkLst>
        </pc:spChg>
        <pc:spChg chg="del">
          <ac:chgData name="Mark Noble" userId="4d807eec5c91a338" providerId="LiveId" clId="{15D2D3B7-1D78-4CD5-B9FA-63E9F2A7724B}" dt="2022-11-29T03:05:41.474" v="1996" actId="478"/>
          <ac:spMkLst>
            <pc:docMk/>
            <pc:sldMk cId="4055079983" sldId="263"/>
            <ac:spMk id="42" creationId="{3E07A9F3-763B-41EA-AC65-8EDB2CA31B8A}"/>
          </ac:spMkLst>
        </pc:spChg>
        <pc:spChg chg="del">
          <ac:chgData name="Mark Noble" userId="4d807eec5c91a338" providerId="LiveId" clId="{15D2D3B7-1D78-4CD5-B9FA-63E9F2A7724B}" dt="2022-11-29T03:05:52.773" v="1997" actId="478"/>
          <ac:spMkLst>
            <pc:docMk/>
            <pc:sldMk cId="4055079983" sldId="263"/>
            <ac:spMk id="43" creationId="{7E484450-BE48-4C65-AEE1-5650AAC06067}"/>
          </ac:spMkLst>
        </pc:spChg>
        <pc:spChg chg="del">
          <ac:chgData name="Mark Noble" userId="4d807eec5c91a338" providerId="LiveId" clId="{15D2D3B7-1D78-4CD5-B9FA-63E9F2A7724B}" dt="2022-11-29T03:05:41.474" v="1996" actId="478"/>
          <ac:spMkLst>
            <pc:docMk/>
            <pc:sldMk cId="4055079983" sldId="263"/>
            <ac:spMk id="44" creationId="{F759A1DD-45A5-4764-8966-C107C4C4832C}"/>
          </ac:spMkLst>
        </pc:spChg>
        <pc:spChg chg="del">
          <ac:chgData name="Mark Noble" userId="4d807eec5c91a338" providerId="LiveId" clId="{15D2D3B7-1D78-4CD5-B9FA-63E9F2A7724B}" dt="2022-11-29T03:05:41.474" v="1996" actId="478"/>
          <ac:spMkLst>
            <pc:docMk/>
            <pc:sldMk cId="4055079983" sldId="263"/>
            <ac:spMk id="45" creationId="{021B5FEC-BECF-4604-A9AB-1C9E810794F6}"/>
          </ac:spMkLst>
        </pc:spChg>
        <pc:spChg chg="del">
          <ac:chgData name="Mark Noble" userId="4d807eec5c91a338" providerId="LiveId" clId="{15D2D3B7-1D78-4CD5-B9FA-63E9F2A7724B}" dt="2022-11-29T03:05:41.474" v="1996" actId="478"/>
          <ac:spMkLst>
            <pc:docMk/>
            <pc:sldMk cId="4055079983" sldId="263"/>
            <ac:spMk id="46" creationId="{53A42804-1F4C-424E-9CB4-D1CD97B11CDE}"/>
          </ac:spMkLst>
        </pc:spChg>
        <pc:spChg chg="del">
          <ac:chgData name="Mark Noble" userId="4d807eec5c91a338" providerId="LiveId" clId="{15D2D3B7-1D78-4CD5-B9FA-63E9F2A7724B}" dt="2022-11-29T03:05:52.773" v="1997" actId="478"/>
          <ac:spMkLst>
            <pc:docMk/>
            <pc:sldMk cId="4055079983" sldId="263"/>
            <ac:spMk id="47" creationId="{8D8B5AD3-AE51-4D7A-AE7B-E9C350D0879B}"/>
          </ac:spMkLst>
        </pc:spChg>
        <pc:spChg chg="mod">
          <ac:chgData name="Mark Noble" userId="4d807eec5c91a338" providerId="LiveId" clId="{15D2D3B7-1D78-4CD5-B9FA-63E9F2A7724B}" dt="2022-11-29T02:17:55.862" v="406" actId="20577"/>
          <ac:spMkLst>
            <pc:docMk/>
            <pc:sldMk cId="4055079983" sldId="263"/>
            <ac:spMk id="56" creationId="{B289356A-BDA0-4234-84F2-9F2F25D0D7BD}"/>
          </ac:spMkLst>
        </pc:spChg>
        <pc:spChg chg="mod">
          <ac:chgData name="Mark Noble" userId="4d807eec5c91a338" providerId="LiveId" clId="{15D2D3B7-1D78-4CD5-B9FA-63E9F2A7724B}" dt="2022-11-29T02:17:59.192" v="407"/>
          <ac:spMkLst>
            <pc:docMk/>
            <pc:sldMk cId="4055079983" sldId="263"/>
            <ac:spMk id="57" creationId="{3A38BE84-957B-46B9-A315-4B5064DFF1A1}"/>
          </ac:spMkLst>
        </pc:spChg>
        <pc:picChg chg="add del">
          <ac:chgData name="Mark Noble" userId="4d807eec5c91a338" providerId="LiveId" clId="{15D2D3B7-1D78-4CD5-B9FA-63E9F2A7724B}" dt="2022-11-29T03:02:21.826" v="1957" actId="478"/>
          <ac:picMkLst>
            <pc:docMk/>
            <pc:sldMk cId="4055079983" sldId="263"/>
            <ac:picMk id="4" creationId="{C6E33124-751C-AB11-7AD5-44775D97778E}"/>
          </ac:picMkLst>
        </pc:picChg>
        <pc:picChg chg="mod">
          <ac:chgData name="Mark Noble" userId="4d807eec5c91a338" providerId="LiveId" clId="{15D2D3B7-1D78-4CD5-B9FA-63E9F2A7724B}" dt="2022-11-29T03:12:34.878" v="2177" actId="1076"/>
          <ac:picMkLst>
            <pc:docMk/>
            <pc:sldMk cId="4055079983" sldId="263"/>
            <ac:picMk id="357" creationId="{1AA9DB68-9DD0-4157-9F94-F215A6B134C1}"/>
          </ac:picMkLst>
        </pc:picChg>
        <pc:picChg chg="mod">
          <ac:chgData name="Mark Noble" userId="4d807eec5c91a338" providerId="LiveId" clId="{15D2D3B7-1D78-4CD5-B9FA-63E9F2A7724B}" dt="2022-11-29T03:12:34.878" v="2177" actId="1076"/>
          <ac:picMkLst>
            <pc:docMk/>
            <pc:sldMk cId="4055079983" sldId="263"/>
            <ac:picMk id="359" creationId="{32C08192-2F27-4ED3-9CEE-4C37C7DFE674}"/>
          </ac:picMkLst>
        </pc:picChg>
        <pc:picChg chg="mod">
          <ac:chgData name="Mark Noble" userId="4d807eec5c91a338" providerId="LiveId" clId="{15D2D3B7-1D78-4CD5-B9FA-63E9F2A7724B}" dt="2022-11-29T03:12:34.878" v="2177" actId="1076"/>
          <ac:picMkLst>
            <pc:docMk/>
            <pc:sldMk cId="4055079983" sldId="263"/>
            <ac:picMk id="361" creationId="{CA581025-9A6A-4294-8F86-E611BCEFAB15}"/>
          </ac:picMkLst>
        </pc:picChg>
        <pc:picChg chg="mod">
          <ac:chgData name="Mark Noble" userId="4d807eec5c91a338" providerId="LiveId" clId="{15D2D3B7-1D78-4CD5-B9FA-63E9F2A7724B}" dt="2022-11-29T03:12:34.878" v="2177" actId="1076"/>
          <ac:picMkLst>
            <pc:docMk/>
            <pc:sldMk cId="4055079983" sldId="263"/>
            <ac:picMk id="363" creationId="{0AB7C4F4-0E33-47EC-A40D-D03ECD81A39B}"/>
          </ac:picMkLst>
        </pc:picChg>
        <pc:picChg chg="del">
          <ac:chgData name="Mark Noble" userId="4d807eec5c91a338" providerId="LiveId" clId="{15D2D3B7-1D78-4CD5-B9FA-63E9F2A7724B}" dt="2022-11-29T03:05:41.474" v="1996" actId="478"/>
          <ac:picMkLst>
            <pc:docMk/>
            <pc:sldMk cId="4055079983" sldId="263"/>
            <ac:picMk id="365" creationId="{13CD5AED-E130-432E-8952-7CB3F68F3312}"/>
          </ac:picMkLst>
        </pc:picChg>
        <pc:picChg chg="del">
          <ac:chgData name="Mark Noble" userId="4d807eec5c91a338" providerId="LiveId" clId="{15D2D3B7-1D78-4CD5-B9FA-63E9F2A7724B}" dt="2022-11-29T03:05:41.474" v="1996" actId="478"/>
          <ac:picMkLst>
            <pc:docMk/>
            <pc:sldMk cId="4055079983" sldId="263"/>
            <ac:picMk id="367" creationId="{73D462EE-3D1E-4964-B729-2B963BD87288}"/>
          </ac:picMkLst>
        </pc:picChg>
        <pc:picChg chg="del">
          <ac:chgData name="Mark Noble" userId="4d807eec5c91a338" providerId="LiveId" clId="{15D2D3B7-1D78-4CD5-B9FA-63E9F2A7724B}" dt="2022-11-29T03:05:41.474" v="1996" actId="478"/>
          <ac:picMkLst>
            <pc:docMk/>
            <pc:sldMk cId="4055079983" sldId="263"/>
            <ac:picMk id="369" creationId="{3DD82FDB-1001-45E1-AA54-7904FCC108DE}"/>
          </ac:picMkLst>
        </pc:picChg>
        <pc:picChg chg="del">
          <ac:chgData name="Mark Noble" userId="4d807eec5c91a338" providerId="LiveId" clId="{15D2D3B7-1D78-4CD5-B9FA-63E9F2A7724B}" dt="2022-11-29T03:05:41.474" v="1996" actId="478"/>
          <ac:picMkLst>
            <pc:docMk/>
            <pc:sldMk cId="4055079983" sldId="263"/>
            <ac:picMk id="371" creationId="{5DC64598-F871-46A7-9338-8EB7BF26BEB6}"/>
          </ac:picMkLst>
        </pc:picChg>
      </pc:sldChg>
      <pc:sldChg chg="addSp delSp modSp mod ord">
        <pc:chgData name="Mark Noble" userId="4d807eec5c91a338" providerId="LiveId" clId="{15D2D3B7-1D78-4CD5-B9FA-63E9F2A7724B}" dt="2022-11-22T04:32:31.902" v="272" actId="1076"/>
        <pc:sldMkLst>
          <pc:docMk/>
          <pc:sldMk cId="2619301236" sldId="264"/>
        </pc:sldMkLst>
        <pc:spChg chg="mod">
          <ac:chgData name="Mark Noble" userId="4d807eec5c91a338" providerId="LiveId" clId="{15D2D3B7-1D78-4CD5-B9FA-63E9F2A7724B}" dt="2022-11-22T03:47:37.483" v="120" actId="20577"/>
          <ac:spMkLst>
            <pc:docMk/>
            <pc:sldMk cId="2619301236" sldId="264"/>
            <ac:spMk id="2" creationId="{4F6A2D15-4D68-4BF7-9421-032AE6C8852C}"/>
          </ac:spMkLst>
        </pc:spChg>
        <pc:spChg chg="del">
          <ac:chgData name="Mark Noble" userId="4d807eec5c91a338" providerId="LiveId" clId="{15D2D3B7-1D78-4CD5-B9FA-63E9F2A7724B}" dt="2022-11-22T04:27:55.990" v="194" actId="478"/>
          <ac:spMkLst>
            <pc:docMk/>
            <pc:sldMk cId="2619301236" sldId="264"/>
            <ac:spMk id="3" creationId="{78BCC184-1096-457B-AB72-BD49E6E54117}"/>
          </ac:spMkLst>
        </pc:spChg>
        <pc:spChg chg="add del mod">
          <ac:chgData name="Mark Noble" userId="4d807eec5c91a338" providerId="LiveId" clId="{15D2D3B7-1D78-4CD5-B9FA-63E9F2A7724B}" dt="2022-11-22T04:27:46.599" v="191" actId="478"/>
          <ac:spMkLst>
            <pc:docMk/>
            <pc:sldMk cId="2619301236" sldId="264"/>
            <ac:spMk id="5" creationId="{E35305EA-8E08-EFE0-22AE-844F420CB2B9}"/>
          </ac:spMkLst>
        </pc:spChg>
        <pc:spChg chg="add del mod">
          <ac:chgData name="Mark Noble" userId="4d807eec5c91a338" providerId="LiveId" clId="{15D2D3B7-1D78-4CD5-B9FA-63E9F2A7724B}" dt="2022-11-22T04:27:50.721" v="193" actId="478"/>
          <ac:spMkLst>
            <pc:docMk/>
            <pc:sldMk cId="2619301236" sldId="264"/>
            <ac:spMk id="7" creationId="{248B742A-4CCF-D3D5-0863-2E7196649E27}"/>
          </ac:spMkLst>
        </pc:spChg>
        <pc:spChg chg="mod">
          <ac:chgData name="Mark Noble" userId="4d807eec5c91a338" providerId="LiveId" clId="{15D2D3B7-1D78-4CD5-B9FA-63E9F2A7724B}" dt="2022-11-22T04:32:17.935" v="271" actId="1076"/>
          <ac:spMkLst>
            <pc:docMk/>
            <pc:sldMk cId="2619301236" sldId="264"/>
            <ac:spMk id="8" creationId="{8F0714D4-1A7C-4D7F-A5C0-4F766382B6A9}"/>
          </ac:spMkLst>
        </pc:spChg>
        <pc:spChg chg="mod">
          <ac:chgData name="Mark Noble" userId="4d807eec5c91a338" providerId="LiveId" clId="{15D2D3B7-1D78-4CD5-B9FA-63E9F2A7724B}" dt="2022-11-22T04:32:31.902" v="272" actId="1076"/>
          <ac:spMkLst>
            <pc:docMk/>
            <pc:sldMk cId="2619301236" sldId="264"/>
            <ac:spMk id="9" creationId="{36AEE506-9967-4592-BC98-D3FD3028A8E5}"/>
          </ac:spMkLst>
        </pc:spChg>
        <pc:spChg chg="del">
          <ac:chgData name="Mark Noble" userId="4d807eec5c91a338" providerId="LiveId" clId="{15D2D3B7-1D78-4CD5-B9FA-63E9F2A7724B}" dt="2022-11-22T04:27:55.990" v="194" actId="478"/>
          <ac:spMkLst>
            <pc:docMk/>
            <pc:sldMk cId="2619301236" sldId="264"/>
            <ac:spMk id="10" creationId="{F5F1AEEC-D56B-4D10-B1F5-63AA91152B53}"/>
          </ac:spMkLst>
        </pc:spChg>
        <pc:spChg chg="del">
          <ac:chgData name="Mark Noble" userId="4d807eec5c91a338" providerId="LiveId" clId="{15D2D3B7-1D78-4CD5-B9FA-63E9F2A7724B}" dt="2022-11-22T04:27:55.990" v="194" actId="478"/>
          <ac:spMkLst>
            <pc:docMk/>
            <pc:sldMk cId="2619301236" sldId="264"/>
            <ac:spMk id="11" creationId="{DB420882-1CC0-49B4-8DDE-24EC26687506}"/>
          </ac:spMkLst>
        </pc:spChg>
        <pc:spChg chg="mod">
          <ac:chgData name="Mark Noble" userId="4d807eec5c91a338" providerId="LiveId" clId="{15D2D3B7-1D78-4CD5-B9FA-63E9F2A7724B}" dt="2022-11-22T04:32:17.935" v="271" actId="1076"/>
          <ac:spMkLst>
            <pc:docMk/>
            <pc:sldMk cId="2619301236" sldId="264"/>
            <ac:spMk id="12" creationId="{E017101B-2009-4267-8513-19000E37B1F0}"/>
          </ac:spMkLst>
        </pc:spChg>
        <pc:spChg chg="mod">
          <ac:chgData name="Mark Noble" userId="4d807eec5c91a338" providerId="LiveId" clId="{15D2D3B7-1D78-4CD5-B9FA-63E9F2A7724B}" dt="2022-11-22T04:32:31.902" v="272" actId="1076"/>
          <ac:spMkLst>
            <pc:docMk/>
            <pc:sldMk cId="2619301236" sldId="264"/>
            <ac:spMk id="13" creationId="{D40B843D-6615-46EB-A813-BEBD624EC685}"/>
          </ac:spMkLst>
        </pc:spChg>
        <pc:spChg chg="del">
          <ac:chgData name="Mark Noble" userId="4d807eec5c91a338" providerId="LiveId" clId="{15D2D3B7-1D78-4CD5-B9FA-63E9F2A7724B}" dt="2022-11-22T04:27:55.990" v="194" actId="478"/>
          <ac:spMkLst>
            <pc:docMk/>
            <pc:sldMk cId="2619301236" sldId="264"/>
            <ac:spMk id="14" creationId="{3099A0B0-BDD0-48DA-AA3E-13153E65129F}"/>
          </ac:spMkLst>
        </pc:spChg>
        <pc:spChg chg="add del mod">
          <ac:chgData name="Mark Noble" userId="4d807eec5c91a338" providerId="LiveId" clId="{15D2D3B7-1D78-4CD5-B9FA-63E9F2A7724B}" dt="2022-11-22T04:28:02.920" v="197" actId="478"/>
          <ac:spMkLst>
            <pc:docMk/>
            <pc:sldMk cId="2619301236" sldId="264"/>
            <ac:spMk id="17" creationId="{067EA19B-F717-646D-E559-0846CD1CA646}"/>
          </ac:spMkLst>
        </pc:spChg>
        <pc:spChg chg="add del mod">
          <ac:chgData name="Mark Noble" userId="4d807eec5c91a338" providerId="LiveId" clId="{15D2D3B7-1D78-4CD5-B9FA-63E9F2A7724B}" dt="2022-11-22T04:28:03.937" v="198" actId="478"/>
          <ac:spMkLst>
            <pc:docMk/>
            <pc:sldMk cId="2619301236" sldId="264"/>
            <ac:spMk id="21" creationId="{653767E8-4255-336A-F23E-18E7A29C1E9C}"/>
          </ac:spMkLst>
        </pc:spChg>
        <pc:spChg chg="mod">
          <ac:chgData name="Mark Noble" userId="4d807eec5c91a338" providerId="LiveId" clId="{15D2D3B7-1D78-4CD5-B9FA-63E9F2A7724B}" dt="2022-11-22T03:48:57.780" v="133" actId="20577"/>
          <ac:spMkLst>
            <pc:docMk/>
            <pc:sldMk cId="2619301236" sldId="264"/>
            <ac:spMk id="23" creationId="{637DEDF5-3FCD-4BC2-86A5-7BE2BF01EA38}"/>
          </ac:spMkLst>
        </pc:spChg>
        <pc:spChg chg="mod">
          <ac:chgData name="Mark Noble" userId="4d807eec5c91a338" providerId="LiveId" clId="{15D2D3B7-1D78-4CD5-B9FA-63E9F2A7724B}" dt="2022-11-22T03:48:51.639" v="127" actId="20577"/>
          <ac:spMkLst>
            <pc:docMk/>
            <pc:sldMk cId="2619301236" sldId="264"/>
            <ac:spMk id="24" creationId="{918C3C97-444D-4600-8553-B9C4C1F8483B}"/>
          </ac:spMkLst>
        </pc:spChg>
        <pc:spChg chg="add del mod">
          <ac:chgData name="Mark Noble" userId="4d807eec5c91a338" providerId="LiveId" clId="{15D2D3B7-1D78-4CD5-B9FA-63E9F2A7724B}" dt="2022-11-22T04:27:59.306" v="195" actId="478"/>
          <ac:spMkLst>
            <pc:docMk/>
            <pc:sldMk cId="2619301236" sldId="264"/>
            <ac:spMk id="27" creationId="{EF574FA6-8D6D-66CF-C6D4-923C9BCC77FA}"/>
          </ac:spMkLst>
        </pc:spChg>
        <pc:spChg chg="add del mod">
          <ac:chgData name="Mark Noble" userId="4d807eec5c91a338" providerId="LiveId" clId="{15D2D3B7-1D78-4CD5-B9FA-63E9F2A7724B}" dt="2022-11-22T04:28:01.242" v="196" actId="478"/>
          <ac:spMkLst>
            <pc:docMk/>
            <pc:sldMk cId="2619301236" sldId="264"/>
            <ac:spMk id="29" creationId="{831E401D-7961-FFC1-8F5A-93713406B1D9}"/>
          </ac:spMkLst>
        </pc:spChg>
        <pc:spChg chg="add del mod">
          <ac:chgData name="Mark Noble" userId="4d807eec5c91a338" providerId="LiveId" clId="{15D2D3B7-1D78-4CD5-B9FA-63E9F2A7724B}" dt="2022-11-22T04:29:09.863" v="209" actId="478"/>
          <ac:spMkLst>
            <pc:docMk/>
            <pc:sldMk cId="2619301236" sldId="264"/>
            <ac:spMk id="35" creationId="{22F86FE4-04F8-1E8C-BAC3-3D1ED1601402}"/>
          </ac:spMkLst>
        </pc:spChg>
        <pc:spChg chg="add del mod">
          <ac:chgData name="Mark Noble" userId="4d807eec5c91a338" providerId="LiveId" clId="{15D2D3B7-1D78-4CD5-B9FA-63E9F2A7724B}" dt="2022-11-22T04:29:25.521" v="212" actId="478"/>
          <ac:spMkLst>
            <pc:docMk/>
            <pc:sldMk cId="2619301236" sldId="264"/>
            <ac:spMk id="37" creationId="{E8E509DA-BC88-EECD-9103-D54F1BE949F6}"/>
          </ac:spMkLst>
        </pc:spChg>
        <pc:picChg chg="del">
          <ac:chgData name="Mark Noble" userId="4d807eec5c91a338" providerId="LiveId" clId="{15D2D3B7-1D78-4CD5-B9FA-63E9F2A7724B}" dt="2022-11-22T04:27:43.557" v="190" actId="478"/>
          <ac:picMkLst>
            <pc:docMk/>
            <pc:sldMk cId="2619301236" sldId="264"/>
            <ac:picMk id="16" creationId="{788ADF35-7762-4E85-BE67-27FDB5522B9D}"/>
          </ac:picMkLst>
        </pc:picChg>
        <pc:picChg chg="del">
          <ac:chgData name="Mark Noble" userId="4d807eec5c91a338" providerId="LiveId" clId="{15D2D3B7-1D78-4CD5-B9FA-63E9F2A7724B}" dt="2022-11-22T04:29:22.510" v="211" actId="478"/>
          <ac:picMkLst>
            <pc:docMk/>
            <pc:sldMk cId="2619301236" sldId="264"/>
            <ac:picMk id="18" creationId="{F2557ABA-5037-481D-8C54-94B63E80E2EC}"/>
          </ac:picMkLst>
        </pc:picChg>
        <pc:picChg chg="del">
          <ac:chgData name="Mark Noble" userId="4d807eec5c91a338" providerId="LiveId" clId="{15D2D3B7-1D78-4CD5-B9FA-63E9F2A7724B}" dt="2022-11-22T04:29:06.308" v="208" actId="478"/>
          <ac:picMkLst>
            <pc:docMk/>
            <pc:sldMk cId="2619301236" sldId="264"/>
            <ac:picMk id="20" creationId="{618E88B2-D607-4D3C-9519-A591A729DCC9}"/>
          </ac:picMkLst>
        </pc:picChg>
        <pc:picChg chg="del">
          <ac:chgData name="Mark Noble" userId="4d807eec5c91a338" providerId="LiveId" clId="{15D2D3B7-1D78-4CD5-B9FA-63E9F2A7724B}" dt="2022-11-22T04:27:49.048" v="192" actId="478"/>
          <ac:picMkLst>
            <pc:docMk/>
            <pc:sldMk cId="2619301236" sldId="264"/>
            <ac:picMk id="22" creationId="{82AF3253-9767-4EC7-B0DB-3A850BEFB035}"/>
          </ac:picMkLst>
        </pc:picChg>
        <pc:picChg chg="add mod">
          <ac:chgData name="Mark Noble" userId="4d807eec5c91a338" providerId="LiveId" clId="{15D2D3B7-1D78-4CD5-B9FA-63E9F2A7724B}" dt="2022-11-22T04:29:30.804" v="213" actId="1076"/>
          <ac:picMkLst>
            <pc:docMk/>
            <pc:sldMk cId="2619301236" sldId="264"/>
            <ac:picMk id="31" creationId="{32B5F966-9F31-B97B-EF90-DFD9DBDE7CA1}"/>
          </ac:picMkLst>
        </pc:picChg>
        <pc:picChg chg="add mod">
          <ac:chgData name="Mark Noble" userId="4d807eec5c91a338" providerId="LiveId" clId="{15D2D3B7-1D78-4CD5-B9FA-63E9F2A7724B}" dt="2022-11-22T04:29:19.257" v="210" actId="1076"/>
          <ac:picMkLst>
            <pc:docMk/>
            <pc:sldMk cId="2619301236" sldId="264"/>
            <ac:picMk id="33" creationId="{A3C62BCF-B63D-F7FB-81A5-7047B7B96C90}"/>
          </ac:picMkLst>
        </pc:picChg>
      </pc:sldChg>
      <pc:sldChg chg="addSp delSp modSp mod ord">
        <pc:chgData name="Mark Noble" userId="4d807eec5c91a338" providerId="LiveId" clId="{15D2D3B7-1D78-4CD5-B9FA-63E9F2A7724B}" dt="2022-11-29T04:31:26.190" v="2938"/>
        <pc:sldMkLst>
          <pc:docMk/>
          <pc:sldMk cId="744379741" sldId="265"/>
        </pc:sldMkLst>
        <pc:spChg chg="mod">
          <ac:chgData name="Mark Noble" userId="4d807eec5c91a338" providerId="LiveId" clId="{15D2D3B7-1D78-4CD5-B9FA-63E9F2A7724B}" dt="2022-11-22T04:34:36.526" v="298" actId="14100"/>
          <ac:spMkLst>
            <pc:docMk/>
            <pc:sldMk cId="744379741" sldId="265"/>
            <ac:spMk id="2" creationId="{D94A2CD4-732A-43E4-BCB9-CBA2055E0AC6}"/>
          </ac:spMkLst>
        </pc:spChg>
        <pc:spChg chg="mod">
          <ac:chgData name="Mark Noble" userId="4d807eec5c91a338" providerId="LiveId" clId="{15D2D3B7-1D78-4CD5-B9FA-63E9F2A7724B}" dt="2022-11-29T04:02:18.374" v="2826" actId="20577"/>
          <ac:spMkLst>
            <pc:docMk/>
            <pc:sldMk cId="744379741" sldId="265"/>
            <ac:spMk id="3" creationId="{45FD0450-A909-4CD9-8912-96A19ACEB7CB}"/>
          </ac:spMkLst>
        </pc:spChg>
        <pc:spChg chg="mod">
          <ac:chgData name="Mark Noble" userId="4d807eec5c91a338" providerId="LiveId" clId="{15D2D3B7-1D78-4CD5-B9FA-63E9F2A7724B}" dt="2022-11-29T02:17:35.324" v="399" actId="20577"/>
          <ac:spMkLst>
            <pc:docMk/>
            <pc:sldMk cId="744379741" sldId="265"/>
            <ac:spMk id="4" creationId="{DA53D834-F1E2-4848-8093-D412A7B081AF}"/>
          </ac:spMkLst>
        </pc:spChg>
        <pc:spChg chg="mod">
          <ac:chgData name="Mark Noble" userId="4d807eec5c91a338" providerId="LiveId" clId="{15D2D3B7-1D78-4CD5-B9FA-63E9F2A7724B}" dt="2022-11-29T02:17:30.078" v="397" actId="20577"/>
          <ac:spMkLst>
            <pc:docMk/>
            <pc:sldMk cId="744379741" sldId="265"/>
            <ac:spMk id="5" creationId="{3555A49C-96F4-440D-B89E-A0AE94F70108}"/>
          </ac:spMkLst>
        </pc:spChg>
        <pc:picChg chg="add del">
          <ac:chgData name="Mark Noble" userId="4d807eec5c91a338" providerId="LiveId" clId="{15D2D3B7-1D78-4CD5-B9FA-63E9F2A7724B}" dt="2022-11-22T04:34:53.547" v="324" actId="22"/>
          <ac:picMkLst>
            <pc:docMk/>
            <pc:sldMk cId="744379741" sldId="265"/>
            <ac:picMk id="8" creationId="{A1AD8EE3-8630-C982-D483-405AAED4A862}"/>
          </ac:picMkLst>
        </pc:picChg>
      </pc:sldChg>
      <pc:sldChg chg="modSp mod">
        <pc:chgData name="Mark Noble" userId="4d807eec5c91a338" providerId="LiveId" clId="{15D2D3B7-1D78-4CD5-B9FA-63E9F2A7724B}" dt="2022-11-29T04:44:46.013" v="3536" actId="20577"/>
        <pc:sldMkLst>
          <pc:docMk/>
          <pc:sldMk cId="1742861620" sldId="266"/>
        </pc:sldMkLst>
        <pc:spChg chg="mod">
          <ac:chgData name="Mark Noble" userId="4d807eec5c91a338" providerId="LiveId" clId="{15D2D3B7-1D78-4CD5-B9FA-63E9F2A7724B}" dt="2022-11-29T04:44:46.013" v="3536" actId="20577"/>
          <ac:spMkLst>
            <pc:docMk/>
            <pc:sldMk cId="1742861620" sldId="266"/>
            <ac:spMk id="3" creationId="{FED19BCA-B61F-4EA6-A1FB-CCA3BD8506FB}"/>
          </ac:spMkLst>
        </pc:spChg>
        <pc:spChg chg="mod">
          <ac:chgData name="Mark Noble" userId="4d807eec5c91a338" providerId="LiveId" clId="{15D2D3B7-1D78-4CD5-B9FA-63E9F2A7724B}" dt="2022-11-29T02:18:44.623" v="422" actId="20577"/>
          <ac:spMkLst>
            <pc:docMk/>
            <pc:sldMk cId="1742861620" sldId="266"/>
            <ac:spMk id="4" creationId="{00560550-EE65-43CE-B899-F421E74287A1}"/>
          </ac:spMkLst>
        </pc:spChg>
        <pc:spChg chg="mod">
          <ac:chgData name="Mark Noble" userId="4d807eec5c91a338" providerId="LiveId" clId="{15D2D3B7-1D78-4CD5-B9FA-63E9F2A7724B}" dt="2022-11-29T02:18:41.632" v="420"/>
          <ac:spMkLst>
            <pc:docMk/>
            <pc:sldMk cId="1742861620" sldId="266"/>
            <ac:spMk id="5" creationId="{4135E32A-1A8C-43D2-9C6E-12887B4DEDFB}"/>
          </ac:spMkLst>
        </pc:spChg>
      </pc:sldChg>
      <pc:sldChg chg="modSp mod ord">
        <pc:chgData name="Mark Noble" userId="4d807eec5c91a338" providerId="LiveId" clId="{15D2D3B7-1D78-4CD5-B9FA-63E9F2A7724B}" dt="2022-11-29T04:46:16.931" v="3578" actId="6549"/>
        <pc:sldMkLst>
          <pc:docMk/>
          <pc:sldMk cId="2303579910" sldId="268"/>
        </pc:sldMkLst>
        <pc:spChg chg="mod">
          <ac:chgData name="Mark Noble" userId="4d807eec5c91a338" providerId="LiveId" clId="{15D2D3B7-1D78-4CD5-B9FA-63E9F2A7724B}" dt="2022-11-29T02:17:44.505" v="403" actId="20577"/>
          <ac:spMkLst>
            <pc:docMk/>
            <pc:sldMk cId="2303579910" sldId="268"/>
            <ac:spMk id="9" creationId="{A672774E-BCBF-4B44-9E79-28E9153ABA7E}"/>
          </ac:spMkLst>
        </pc:spChg>
        <pc:spChg chg="mod">
          <ac:chgData name="Mark Noble" userId="4d807eec5c91a338" providerId="LiveId" clId="{15D2D3B7-1D78-4CD5-B9FA-63E9F2A7724B}" dt="2022-11-29T02:17:48.335" v="404"/>
          <ac:spMkLst>
            <pc:docMk/>
            <pc:sldMk cId="2303579910" sldId="268"/>
            <ac:spMk id="10" creationId="{18FAD6D3-B1FB-463D-87D0-FA9A4AEA13D6}"/>
          </ac:spMkLst>
        </pc:spChg>
        <pc:spChg chg="mod">
          <ac:chgData name="Mark Noble" userId="4d807eec5c91a338" providerId="LiveId" clId="{15D2D3B7-1D78-4CD5-B9FA-63E9F2A7724B}" dt="2022-11-29T04:46:16.931" v="3578" actId="6549"/>
          <ac:spMkLst>
            <pc:docMk/>
            <pc:sldMk cId="2303579910" sldId="268"/>
            <ac:spMk id="12" creationId="{8D231A84-69BB-FD28-EB62-A808181ECA64}"/>
          </ac:spMkLst>
        </pc:spChg>
      </pc:sldChg>
      <pc:sldChg chg="addSp modSp mod modAnim">
        <pc:chgData name="Mark Noble" userId="4d807eec5c91a338" providerId="LiveId" clId="{15D2D3B7-1D78-4CD5-B9FA-63E9F2A7724B}" dt="2022-11-29T03:50:40.611" v="2718"/>
        <pc:sldMkLst>
          <pc:docMk/>
          <pc:sldMk cId="2499682613" sldId="269"/>
        </pc:sldMkLst>
        <pc:spChg chg="mod">
          <ac:chgData name="Mark Noble" userId="4d807eec5c91a338" providerId="LiveId" clId="{15D2D3B7-1D78-4CD5-B9FA-63E9F2A7724B}" dt="2022-11-22T04:47:17.003" v="362" actId="6549"/>
          <ac:spMkLst>
            <pc:docMk/>
            <pc:sldMk cId="2499682613" sldId="269"/>
            <ac:spMk id="6" creationId="{BA3FB119-FBF9-DB77-9239-1C4DB353418F}"/>
          </ac:spMkLst>
        </pc:spChg>
        <pc:spChg chg="mod">
          <ac:chgData name="Mark Noble" userId="4d807eec5c91a338" providerId="LiveId" clId="{15D2D3B7-1D78-4CD5-B9FA-63E9F2A7724B}" dt="2022-11-29T02:17:15.578" v="390"/>
          <ac:spMkLst>
            <pc:docMk/>
            <pc:sldMk cId="2499682613" sldId="269"/>
            <ac:spMk id="8" creationId="{8BA5A93F-DCAE-40B8-8E94-3239A1A6A21A}"/>
          </ac:spMkLst>
        </pc:spChg>
        <pc:spChg chg="add mod">
          <ac:chgData name="Mark Noble" userId="4d807eec5c91a338" providerId="LiveId" clId="{15D2D3B7-1D78-4CD5-B9FA-63E9F2A7724B}" dt="2022-11-22T04:47:42.203" v="366" actId="113"/>
          <ac:spMkLst>
            <pc:docMk/>
            <pc:sldMk cId="2499682613" sldId="269"/>
            <ac:spMk id="11" creationId="{7282138F-A551-D295-E916-25B84516B716}"/>
          </ac:spMkLst>
        </pc:spChg>
        <pc:graphicFrameChg chg="add mod modGraphic">
          <ac:chgData name="Mark Noble" userId="4d807eec5c91a338" providerId="LiveId" clId="{15D2D3B7-1D78-4CD5-B9FA-63E9F2A7724B}" dt="2022-11-29T03:50:23.364" v="2714"/>
          <ac:graphicFrameMkLst>
            <pc:docMk/>
            <pc:sldMk cId="2499682613" sldId="269"/>
            <ac:graphicFrameMk id="2" creationId="{F24D0DAD-ADAB-AEAF-1FF3-94905D1F4702}"/>
          </ac:graphicFrameMkLst>
        </pc:graphicFrameChg>
        <pc:graphicFrameChg chg="add mod modGraphic">
          <ac:chgData name="Mark Noble" userId="4d807eec5c91a338" providerId="LiveId" clId="{15D2D3B7-1D78-4CD5-B9FA-63E9F2A7724B}" dt="2022-11-29T03:50:36.077" v="2717"/>
          <ac:graphicFrameMkLst>
            <pc:docMk/>
            <pc:sldMk cId="2499682613" sldId="269"/>
            <ac:graphicFrameMk id="4" creationId="{874BFA61-A94D-0680-B553-F8BF5DE58FAB}"/>
          </ac:graphicFrameMkLst>
        </pc:graphicFrameChg>
        <pc:picChg chg="add mod">
          <ac:chgData name="Mark Noble" userId="4d807eec5c91a338" providerId="LiveId" clId="{15D2D3B7-1D78-4CD5-B9FA-63E9F2A7724B}" dt="2022-11-22T04:19:21.436" v="180" actId="1076"/>
          <ac:picMkLst>
            <pc:docMk/>
            <pc:sldMk cId="2499682613" sldId="269"/>
            <ac:picMk id="13" creationId="{D63D3762-3BD6-7BF3-6B7C-BC818CEBE1BC}"/>
          </ac:picMkLst>
        </pc:picChg>
      </pc:sldChg>
      <pc:sldChg chg="modSp mod ord">
        <pc:chgData name="Mark Noble" userId="4d807eec5c91a338" providerId="LiveId" clId="{15D2D3B7-1D78-4CD5-B9FA-63E9F2A7724B}" dt="2022-11-29T02:31:19.087" v="1331" actId="20577"/>
        <pc:sldMkLst>
          <pc:docMk/>
          <pc:sldMk cId="2896385493" sldId="270"/>
        </pc:sldMkLst>
        <pc:spChg chg="mod">
          <ac:chgData name="Mark Noble" userId="4d807eec5c91a338" providerId="LiveId" clId="{15D2D3B7-1D78-4CD5-B9FA-63E9F2A7724B}" dt="2022-11-29T02:29:24.327" v="1236" actId="313"/>
          <ac:spMkLst>
            <pc:docMk/>
            <pc:sldMk cId="2896385493" sldId="270"/>
            <ac:spMk id="3" creationId="{77762301-F83A-4BEA-9D11-E6C99FB574A8}"/>
          </ac:spMkLst>
        </pc:spChg>
        <pc:spChg chg="mod">
          <ac:chgData name="Mark Noble" userId="4d807eec5c91a338" providerId="LiveId" clId="{15D2D3B7-1D78-4CD5-B9FA-63E9F2A7724B}" dt="2022-11-29T02:18:07.236" v="410" actId="20577"/>
          <ac:spMkLst>
            <pc:docMk/>
            <pc:sldMk cId="2896385493" sldId="270"/>
            <ac:spMk id="6" creationId="{3627CC26-34EF-4BB9-B289-9EC56B07D1E6}"/>
          </ac:spMkLst>
        </pc:spChg>
        <pc:spChg chg="mod">
          <ac:chgData name="Mark Noble" userId="4d807eec5c91a338" providerId="LiveId" clId="{15D2D3B7-1D78-4CD5-B9FA-63E9F2A7724B}" dt="2022-11-29T02:18:03.362" v="408"/>
          <ac:spMkLst>
            <pc:docMk/>
            <pc:sldMk cId="2896385493" sldId="270"/>
            <ac:spMk id="7" creationId="{4E98E6AD-9D37-499C-898E-ED12AC36D31D}"/>
          </ac:spMkLst>
        </pc:spChg>
        <pc:graphicFrameChg chg="mod">
          <ac:chgData name="Mark Noble" userId="4d807eec5c91a338" providerId="LiveId" clId="{15D2D3B7-1D78-4CD5-B9FA-63E9F2A7724B}" dt="2022-11-29T02:31:19.087" v="1331" actId="20577"/>
          <ac:graphicFrameMkLst>
            <pc:docMk/>
            <pc:sldMk cId="2896385493" sldId="270"/>
            <ac:graphicFrameMk id="33" creationId="{7BC1F95D-CCD2-421B-B06B-706699FAAD5D}"/>
          </ac:graphicFrameMkLst>
        </pc:graphicFrameChg>
      </pc:sldChg>
      <pc:sldChg chg="modSp mod">
        <pc:chgData name="Mark Noble" userId="4d807eec5c91a338" providerId="LiveId" clId="{15D2D3B7-1D78-4CD5-B9FA-63E9F2A7724B}" dt="2022-11-29T02:21:26.105" v="534" actId="20577"/>
        <pc:sldMkLst>
          <pc:docMk/>
          <pc:sldMk cId="1969787568" sldId="271"/>
        </pc:sldMkLst>
        <pc:spChg chg="mod">
          <ac:chgData name="Mark Noble" userId="4d807eec5c91a338" providerId="LiveId" clId="{15D2D3B7-1D78-4CD5-B9FA-63E9F2A7724B}" dt="2022-11-29T02:21:26.105" v="534" actId="20577"/>
          <ac:spMkLst>
            <pc:docMk/>
            <pc:sldMk cId="1969787568" sldId="271"/>
            <ac:spMk id="3" creationId="{AF64C29E-DF30-4DC6-AB95-2016F9A703B6}"/>
          </ac:spMkLst>
        </pc:spChg>
        <pc:spChg chg="mod">
          <ac:chgData name="Mark Noble" userId="4d807eec5c91a338" providerId="LiveId" clId="{15D2D3B7-1D78-4CD5-B9FA-63E9F2A7724B}" dt="2022-11-29T02:20:41.295" v="499" actId="20577"/>
          <ac:spMkLst>
            <pc:docMk/>
            <pc:sldMk cId="1969787568" sldId="271"/>
            <ac:spMk id="4" creationId="{A47C7382-18E7-4821-8C61-461D6BBE08FC}"/>
          </ac:spMkLst>
        </pc:spChg>
        <pc:spChg chg="mod">
          <ac:chgData name="Mark Noble" userId="4d807eec5c91a338" providerId="LiveId" clId="{15D2D3B7-1D78-4CD5-B9FA-63E9F2A7724B}" dt="2022-11-29T02:20:37.178" v="497" actId="20577"/>
          <ac:spMkLst>
            <pc:docMk/>
            <pc:sldMk cId="1969787568" sldId="271"/>
            <ac:spMk id="5" creationId="{3990FA1B-5022-47AB-A0AE-8F5C5797997C}"/>
          </ac:spMkLst>
        </pc:spChg>
      </pc:sldChg>
      <pc:sldChg chg="modSp add mod ord">
        <pc:chgData name="Mark Noble" userId="4d807eec5c91a338" providerId="LiveId" clId="{15D2D3B7-1D78-4CD5-B9FA-63E9F2A7724B}" dt="2022-11-29T03:26:19.698" v="2456" actId="27636"/>
        <pc:sldMkLst>
          <pc:docMk/>
          <pc:sldMk cId="2503794422" sldId="272"/>
        </pc:sldMkLst>
        <pc:spChg chg="mod">
          <ac:chgData name="Mark Noble" userId="4d807eec5c91a338" providerId="LiveId" clId="{15D2D3B7-1D78-4CD5-B9FA-63E9F2A7724B}" dt="2022-11-29T03:20:09.040" v="2315" actId="20577"/>
          <ac:spMkLst>
            <pc:docMk/>
            <pc:sldMk cId="2503794422" sldId="272"/>
            <ac:spMk id="2" creationId="{0A32731C-311B-46F7-A865-6C3AF6B09A47}"/>
          </ac:spMkLst>
        </pc:spChg>
        <pc:spChg chg="mod">
          <ac:chgData name="Mark Noble" userId="4d807eec5c91a338" providerId="LiveId" clId="{15D2D3B7-1D78-4CD5-B9FA-63E9F2A7724B}" dt="2022-11-29T03:26:19.698" v="2456" actId="27636"/>
          <ac:spMkLst>
            <pc:docMk/>
            <pc:sldMk cId="2503794422" sldId="272"/>
            <ac:spMk id="3" creationId="{9D5232F9-FD00-464A-9F17-619C91AEF8F3}"/>
          </ac:spMkLst>
        </pc:spChg>
      </pc:sldChg>
      <pc:sldChg chg="addSp modSp add mod ord modAnim">
        <pc:chgData name="Mark Noble" userId="4d807eec5c91a338" providerId="LiveId" clId="{15D2D3B7-1D78-4CD5-B9FA-63E9F2A7724B}" dt="2022-11-29T05:26:19.364" v="3582"/>
        <pc:sldMkLst>
          <pc:docMk/>
          <pc:sldMk cId="2924512764" sldId="273"/>
        </pc:sldMkLst>
        <pc:spChg chg="mod">
          <ac:chgData name="Mark Noble" userId="4d807eec5c91a338" providerId="LiveId" clId="{15D2D3B7-1D78-4CD5-B9FA-63E9F2A7724B}" dt="2022-11-29T03:37:42.716" v="2685" actId="20577"/>
          <ac:spMkLst>
            <pc:docMk/>
            <pc:sldMk cId="2924512764" sldId="273"/>
            <ac:spMk id="3" creationId="{77762301-F83A-4BEA-9D11-E6C99FB574A8}"/>
          </ac:spMkLst>
        </pc:spChg>
        <pc:graphicFrameChg chg="add mod modGraphic">
          <ac:chgData name="Mark Noble" userId="4d807eec5c91a338" providerId="LiveId" clId="{15D2D3B7-1D78-4CD5-B9FA-63E9F2A7724B}" dt="2022-11-29T05:26:10.494" v="3580"/>
          <ac:graphicFrameMkLst>
            <pc:docMk/>
            <pc:sldMk cId="2924512764" sldId="273"/>
            <ac:graphicFrameMk id="2" creationId="{719C6F9D-832B-00FA-0B79-FC008E1B8E08}"/>
          </ac:graphicFrameMkLst>
        </pc:graphicFrameChg>
        <pc:graphicFrameChg chg="mod">
          <ac:chgData name="Mark Noble" userId="4d807eec5c91a338" providerId="LiveId" clId="{15D2D3B7-1D78-4CD5-B9FA-63E9F2A7724B}" dt="2022-11-29T03:44:36.122" v="2705" actId="14100"/>
          <ac:graphicFrameMkLst>
            <pc:docMk/>
            <pc:sldMk cId="2924512764" sldId="273"/>
            <ac:graphicFrameMk id="33" creationId="{7BC1F95D-CCD2-421B-B06B-706699FAAD5D}"/>
          </ac:graphicFrameMkLst>
        </pc:graphicFrameChg>
      </pc:sldChg>
      <pc:sldChg chg="new del">
        <pc:chgData name="Mark Noble" userId="4d807eec5c91a338" providerId="LiveId" clId="{15D2D3B7-1D78-4CD5-B9FA-63E9F2A7724B}" dt="2022-11-29T03:52:05.003" v="2720" actId="680"/>
        <pc:sldMkLst>
          <pc:docMk/>
          <pc:sldMk cId="3241414002" sldId="274"/>
        </pc:sldMkLst>
      </pc:sldChg>
    </pc:docChg>
  </pc:docChgLst>
</pc:chgInfo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starusers.org/viewrepeater.php?system=W8DIG" TargetMode="External"/><Relationship Id="rId2" Type="http://schemas.openxmlformats.org/officeDocument/2006/relationships/hyperlink" Target="https://w8cmh.no-ip.org/" TargetMode="External"/><Relationship Id="rId1" Type="http://schemas.openxmlformats.org/officeDocument/2006/relationships/hyperlink" Target="http://www.dstarusers.org/viewrepeater.php?system=W8CMH" TargetMode="External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starusers.org/viewrepeater.php?system=W8DIG" TargetMode="External"/><Relationship Id="rId2" Type="http://schemas.openxmlformats.org/officeDocument/2006/relationships/hyperlink" Target="https://w8cmh.no-ip.org/" TargetMode="External"/><Relationship Id="rId1" Type="http://schemas.openxmlformats.org/officeDocument/2006/relationships/hyperlink" Target="http://www.dstarusers.org/viewrepeater.php?system=W8CMH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DD8915E-DC14-41D6-9BB5-F49E1C265163}" type="doc">
      <dgm:prSet loTypeId="urn:microsoft.com/office/officeart/2016/7/layout/HorizontalAction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FE81FEC-2664-411F-AEB3-065F29F52751}">
      <dgm:prSet custT="1"/>
      <dgm:spPr/>
      <dgm:t>
        <a:bodyPr lIns="182880" tIns="182880" rIns="182880" bIns="182880"/>
        <a:lstStyle/>
        <a:p>
          <a:pPr marL="0" lvl="0" indent="0" algn="l" defTabSz="66675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spc="50" baseline="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Tenorite"/>
              <a:ea typeface="+mn-ea"/>
              <a:cs typeface="+mn-cs"/>
            </a:rPr>
            <a:t>A D-STAR mini-repeater that connects your station to gateways or reflectors</a:t>
          </a:r>
        </a:p>
      </dgm:t>
    </dgm:pt>
    <dgm:pt modelId="{BCBC007E-0269-421B-9C41-DE26D5C3A822}" type="parTrans" cxnId="{711E093C-AD42-45A4-8D40-A2D39702062E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80230EB7-7230-4881-A631-309C07417378}" type="sibTrans" cxnId="{711E093C-AD42-45A4-8D40-A2D39702062E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73D947E0-108F-4D20-A71E-3CF329F97212}">
      <dgm:prSet phldr="0" custT="1"/>
      <dgm:spPr/>
      <dgm:t>
        <a:bodyPr/>
        <a:lstStyle/>
        <a:p>
          <a:pPr marL="0" indent="0" algn="ctr" defTabSz="914400" rtl="0" eaLnBrk="1" latinLnBrk="0" hangingPunct="1">
            <a:lnSpc>
              <a:spcPct val="90000"/>
            </a:lnSpc>
            <a:spcBef>
              <a:spcPts val="1000"/>
            </a:spcBef>
            <a:buFont typeface="Arial" panose="020B0604020202020204" pitchFamily="34" charset="0"/>
            <a:buNone/>
          </a:pPr>
          <a:r>
            <a:rPr lang="en-US" sz="1600" kern="1200" spc="150" baseline="0" dirty="0">
              <a:solidFill>
                <a:schemeClr val="tx1"/>
              </a:solidFill>
              <a:latin typeface="+mj-lt"/>
              <a:ea typeface="+mj-ea"/>
              <a:cs typeface="+mj-cs"/>
            </a:rPr>
            <a:t>SIMPLEX</a:t>
          </a:r>
        </a:p>
      </dgm:t>
    </dgm:pt>
    <dgm:pt modelId="{9D249532-A24D-4D8F-848A-9F42F2E486C9}" type="parTrans" cxnId="{A0077D09-C12C-46D0-8DF7-194B6911362A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AE813459-65AB-4FA9-B717-330DDA6DFA4E}" type="sibTrans" cxnId="{A0077D09-C12C-46D0-8DF7-194B6911362A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30A490C8-22B4-4D68-875C-0F0DE2FF864D}">
      <dgm:prSet phldr="0" custT="1"/>
      <dgm:spPr/>
      <dgm:t>
        <a:bodyPr/>
        <a:lstStyle/>
        <a:p>
          <a:pPr marL="0">
            <a:lnSpc>
              <a:spcPct val="100000"/>
            </a:lnSpc>
          </a:pPr>
          <a:r>
            <a:rPr lang="en-US" sz="1400" spc="50" baseline="0" dirty="0">
              <a:latin typeface="+mn-lt"/>
            </a:rPr>
            <a:t>Transceiver to transceiver with no repeater in the middle</a:t>
          </a:r>
        </a:p>
      </dgm:t>
    </dgm:pt>
    <dgm:pt modelId="{035C64B0-4F0C-4FD1-BD23-B1D4C9887CBE}" type="parTrans" cxnId="{381FE1CC-8184-4745-8EB3-6DE11655998D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45495DA8-8707-41E3-A12B-FA5766269C44}" type="sibTrans" cxnId="{381FE1CC-8184-4745-8EB3-6DE11655998D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B1AFA1AF-0FF8-45B3-A6D0-0E255A2F637D}">
      <dgm:prSet phldr="0" custT="1"/>
      <dgm:spPr/>
      <dgm:t>
        <a:bodyPr/>
        <a:lstStyle/>
        <a:p>
          <a:pPr marL="0"/>
          <a:r>
            <a:rPr lang="en-US" sz="1600" kern="1200" spc="150" baseline="0" dirty="0">
              <a:solidFill>
                <a:prstClr val="black"/>
              </a:solidFill>
              <a:latin typeface="Tenorite"/>
              <a:ea typeface="+mn-ea"/>
              <a:cs typeface="+mn-cs"/>
            </a:rPr>
            <a:t>LOCAL CQ</a:t>
          </a:r>
        </a:p>
      </dgm:t>
    </dgm:pt>
    <dgm:pt modelId="{10C68AF5-481C-45AA-A216-8BBBB04515B9}" type="parTrans" cxnId="{F28D7702-2FC3-49BD-BB13-C989E5EE622A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88649F7A-400B-4056-965D-C9AC0B3AD942}" type="sibTrans" cxnId="{F28D7702-2FC3-49BD-BB13-C989E5EE622A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50418D2B-9486-42DE-AFDD-1D31420040FF}">
      <dgm:prSet phldr="0" custT="1"/>
      <dgm:spPr/>
      <dgm:t>
        <a:bodyPr/>
        <a:lstStyle/>
        <a:p>
          <a:pPr marL="0">
            <a:lnSpc>
              <a:spcPct val="100000"/>
            </a:lnSpc>
          </a:pPr>
          <a:r>
            <a:rPr lang="en-US" sz="1400" spc="50" baseline="0" dirty="0">
              <a:latin typeface="+mn-lt"/>
            </a:rPr>
            <a:t>Local repeater discussion, without use of Internet gateway</a:t>
          </a:r>
        </a:p>
      </dgm:t>
    </dgm:pt>
    <dgm:pt modelId="{D5A17F6B-93F5-442B-938A-0F38C281BE88}" type="parTrans" cxnId="{5A5BA622-5DEB-48B9-88D9-C1DE36C711E5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1D87A0A5-8024-4710-846B-D5BFAC785107}" type="sibTrans" cxnId="{5A5BA622-5DEB-48B9-88D9-C1DE36C711E5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E9682B4F-0217-4B50-923E-C104AA24290F}">
      <dgm:prSet phldr="0" custT="1"/>
      <dgm:spPr/>
      <dgm:t>
        <a:bodyPr/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spc="150" baseline="0" dirty="0">
              <a:solidFill>
                <a:prstClr val="black"/>
              </a:solidFill>
              <a:latin typeface="Tenorite"/>
              <a:ea typeface="+mn-ea"/>
              <a:cs typeface="+mn-cs"/>
            </a:rPr>
            <a:t>GATEWAY CQ</a:t>
          </a:r>
        </a:p>
      </dgm:t>
    </dgm:pt>
    <dgm:pt modelId="{E0F6C4AF-9BBB-4698-91D7-F9AE3EACBD5D}" type="parTrans" cxnId="{6C23D0C9-74B2-4C8B-AB2F-A03B3B0EBE56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B8632E42-D7EB-4C31-877E-6F1B2801851A}" type="sibTrans" cxnId="{6C23D0C9-74B2-4C8B-AB2F-A03B3B0EBE56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0EC0C300-11E4-45CF-8418-973585107209}">
      <dgm:prSet phldr="0" custT="1"/>
      <dgm:spPr/>
      <dgm:t>
        <a:bodyPr/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spc="50" baseline="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Tenorite"/>
              <a:ea typeface="+mn-ea"/>
              <a:cs typeface="+mn-cs"/>
            </a:rPr>
            <a:t>Repeater to repeater discussions</a:t>
          </a:r>
        </a:p>
      </dgm:t>
    </dgm:pt>
    <dgm:pt modelId="{1E4DD98E-100E-46B7-B24A-408BBF69E9FA}" type="parTrans" cxnId="{51563A4F-C0EB-47D6-B5BC-47A4E599AD4B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90FAB5D1-62B3-4FF6-A07D-EE607F529C32}" type="sibTrans" cxnId="{51563A4F-C0EB-47D6-B5BC-47A4E599AD4B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FEB4A941-E9FA-4A86-A673-85FF34B35F20}">
      <dgm:prSet phldr="0" custT="1"/>
      <dgm:spPr/>
      <dgm:t>
        <a:bodyPr/>
        <a:lstStyle/>
        <a:p>
          <a:pPr marL="0" lvl="0" indent="0" algn="l" defTabSz="66675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spc="50" baseline="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Tenorite"/>
              <a:ea typeface="+mn-ea"/>
              <a:cs typeface="+mn-cs"/>
            </a:rPr>
            <a:t>Like a chatroom for a local, regional, or global audience</a:t>
          </a:r>
        </a:p>
      </dgm:t>
    </dgm:pt>
    <dgm:pt modelId="{39522508-BC4E-4DD5-A744-AFEFFE36DB74}" type="parTrans" cxnId="{F942F56C-9025-4AA1-9B36-C5AE0A93B0F5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97624CC8-6315-4683-B26C-C30D552DA5A6}" type="sibTrans" cxnId="{F942F56C-9025-4AA1-9B36-C5AE0A93B0F5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A2322D3A-7AC2-4C5C-9D7E-EAB2313D47D4}">
      <dgm:prSet phldr="0" custT="1"/>
      <dgm:spPr/>
      <dgm:t>
        <a:bodyPr/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spc="150" baseline="0" dirty="0">
              <a:solidFill>
                <a:prstClr val="black"/>
              </a:solidFill>
              <a:latin typeface="Tenorite"/>
              <a:ea typeface="+mn-ea"/>
              <a:cs typeface="+mn-cs"/>
            </a:rPr>
            <a:t>HOTSPOTS</a:t>
          </a:r>
        </a:p>
      </dgm:t>
    </dgm:pt>
    <dgm:pt modelId="{4A8C15D4-B36F-4764-B4FF-F2AF790D3E17}" type="parTrans" cxnId="{179FAFCF-F878-464E-A8A6-1185EFA0E380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84DE1C3A-3FC7-4DB3-88ED-33F65A71557A}" type="sibTrans" cxnId="{179FAFCF-F878-464E-A8A6-1185EFA0E380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4F85505A-81B6-4FDA-A144-900B71DAD946}">
      <dgm:prSet phldr="0" custT="1"/>
      <dgm:spPr/>
      <dgm:t>
        <a:bodyPr/>
        <a:lstStyle/>
        <a:p>
          <a:pPr marL="0"/>
          <a:r>
            <a:rPr lang="en-US" sz="1600" kern="1200" spc="150" baseline="0" dirty="0">
              <a:solidFill>
                <a:prstClr val="black"/>
              </a:solidFill>
              <a:latin typeface="Tenorite"/>
              <a:ea typeface="+mn-ea"/>
              <a:cs typeface="+mn-cs"/>
            </a:rPr>
            <a:t>REFLECTORS</a:t>
          </a:r>
        </a:p>
      </dgm:t>
    </dgm:pt>
    <dgm:pt modelId="{D9A96E25-7BBE-4DDD-8DDE-B4970D4340A8}" type="parTrans" cxnId="{2D633B56-E147-4EFC-B9EE-6C0413F329B0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68F74A88-49DC-44B1-BC0D-220A7B97601C}" type="sibTrans" cxnId="{2D633B56-E147-4EFC-B9EE-6C0413F329B0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E4B4F7C4-5024-45F0-9FD7-C5068A1AE6C4}" type="pres">
      <dgm:prSet presAssocID="{0DD8915E-DC14-41D6-9BB5-F49E1C265163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473E2436-1BC1-4A6C-8568-5C38418F52D1}" type="pres">
      <dgm:prSet presAssocID="{73D947E0-108F-4D20-A71E-3CF329F97212}" presName="composite" presStyleCnt="0"/>
      <dgm:spPr/>
    </dgm:pt>
    <dgm:pt modelId="{BDBD7220-3F85-45D2-BED6-5BBFBC23EAE3}" type="pres">
      <dgm:prSet presAssocID="{73D947E0-108F-4D20-A71E-3CF329F97212}" presName="parTx" presStyleLbl="alignNode1" presStyleIdx="0" presStyleCnt="5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22359DD7-1BFB-4900-BAE6-6084F2F57988}" type="pres">
      <dgm:prSet presAssocID="{73D947E0-108F-4D20-A71E-3CF329F97212}" presName="desTx" presStyleLbl="alignAccFollowNode1" presStyleIdx="0" presStyleCnt="5">
        <dgm:presLayoutVars/>
      </dgm:prSet>
      <dgm:spPr/>
      <dgm:t>
        <a:bodyPr/>
        <a:lstStyle/>
        <a:p>
          <a:endParaRPr lang="en-US"/>
        </a:p>
      </dgm:t>
    </dgm:pt>
    <dgm:pt modelId="{38C65349-0C40-499F-9765-B6F38C2DC3C3}" type="pres">
      <dgm:prSet presAssocID="{AE813459-65AB-4FA9-B717-330DDA6DFA4E}" presName="space" presStyleCnt="0"/>
      <dgm:spPr/>
    </dgm:pt>
    <dgm:pt modelId="{C6650FDC-3601-45F5-9125-6E3F90A53F8A}" type="pres">
      <dgm:prSet presAssocID="{B1AFA1AF-0FF8-45B3-A6D0-0E255A2F637D}" presName="composite" presStyleCnt="0"/>
      <dgm:spPr/>
    </dgm:pt>
    <dgm:pt modelId="{C4F84DEA-2002-4D32-8E80-70EEE05E345A}" type="pres">
      <dgm:prSet presAssocID="{B1AFA1AF-0FF8-45B3-A6D0-0E255A2F637D}" presName="parTx" presStyleLbl="alignNode1" presStyleIdx="1" presStyleCnt="5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4FEB85EB-D046-4CDB-8A62-BBCE260C4490}" type="pres">
      <dgm:prSet presAssocID="{B1AFA1AF-0FF8-45B3-A6D0-0E255A2F637D}" presName="desTx" presStyleLbl="alignAccFollowNode1" presStyleIdx="1" presStyleCnt="5">
        <dgm:presLayoutVars/>
      </dgm:prSet>
      <dgm:spPr/>
      <dgm:t>
        <a:bodyPr/>
        <a:lstStyle/>
        <a:p>
          <a:endParaRPr lang="en-US"/>
        </a:p>
      </dgm:t>
    </dgm:pt>
    <dgm:pt modelId="{40F59683-723F-44D1-8379-95635EED1AA8}" type="pres">
      <dgm:prSet presAssocID="{88649F7A-400B-4056-965D-C9AC0B3AD942}" presName="space" presStyleCnt="0"/>
      <dgm:spPr/>
    </dgm:pt>
    <dgm:pt modelId="{BB2E4F65-C461-40C3-BC82-6A29AA851F44}" type="pres">
      <dgm:prSet presAssocID="{E9682B4F-0217-4B50-923E-C104AA24290F}" presName="composite" presStyleCnt="0"/>
      <dgm:spPr/>
    </dgm:pt>
    <dgm:pt modelId="{49B7F8FA-D256-41EF-9327-52A3551D9A60}" type="pres">
      <dgm:prSet presAssocID="{E9682B4F-0217-4B50-923E-C104AA24290F}" presName="parTx" presStyleLbl="alignNode1" presStyleIdx="2" presStyleCnt="5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6B5FE59C-B471-448A-AA7A-B526DCC4D4CA}" type="pres">
      <dgm:prSet presAssocID="{E9682B4F-0217-4B50-923E-C104AA24290F}" presName="desTx" presStyleLbl="alignAccFollowNode1" presStyleIdx="2" presStyleCnt="5">
        <dgm:presLayoutVars/>
      </dgm:prSet>
      <dgm:spPr/>
      <dgm:t>
        <a:bodyPr/>
        <a:lstStyle/>
        <a:p>
          <a:endParaRPr lang="en-US"/>
        </a:p>
      </dgm:t>
    </dgm:pt>
    <dgm:pt modelId="{A91542D9-4FB3-4302-AD03-3D6EF82E6748}" type="pres">
      <dgm:prSet presAssocID="{B8632E42-D7EB-4C31-877E-6F1B2801851A}" presName="space" presStyleCnt="0"/>
      <dgm:spPr/>
    </dgm:pt>
    <dgm:pt modelId="{1A7C3045-2DAF-4A19-82DB-79436B2E4575}" type="pres">
      <dgm:prSet presAssocID="{4F85505A-81B6-4FDA-A144-900B71DAD946}" presName="composite" presStyleCnt="0"/>
      <dgm:spPr/>
    </dgm:pt>
    <dgm:pt modelId="{4132ECB1-6BEF-4935-AFA3-B2EAA48FDE7E}" type="pres">
      <dgm:prSet presAssocID="{4F85505A-81B6-4FDA-A144-900B71DAD946}" presName="parTx" presStyleLbl="alignNode1" presStyleIdx="3" presStyleCnt="5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C42A8BDE-B838-475D-AFDE-17B60D744AB6}" type="pres">
      <dgm:prSet presAssocID="{4F85505A-81B6-4FDA-A144-900B71DAD946}" presName="desTx" presStyleLbl="alignAccFollowNode1" presStyleIdx="3" presStyleCnt="5">
        <dgm:presLayoutVars/>
      </dgm:prSet>
      <dgm:spPr/>
      <dgm:t>
        <a:bodyPr/>
        <a:lstStyle/>
        <a:p>
          <a:endParaRPr lang="en-US"/>
        </a:p>
      </dgm:t>
    </dgm:pt>
    <dgm:pt modelId="{D0DC94A3-770A-4810-A89A-7DB7918862F6}" type="pres">
      <dgm:prSet presAssocID="{68F74A88-49DC-44B1-BC0D-220A7B97601C}" presName="space" presStyleCnt="0"/>
      <dgm:spPr/>
    </dgm:pt>
    <dgm:pt modelId="{647B2244-AC3A-441A-A6FB-6136FA04F429}" type="pres">
      <dgm:prSet presAssocID="{A2322D3A-7AC2-4C5C-9D7E-EAB2313D47D4}" presName="composite" presStyleCnt="0"/>
      <dgm:spPr/>
    </dgm:pt>
    <dgm:pt modelId="{59606EB9-9F10-4D12-A33F-A242FDCC0D0F}" type="pres">
      <dgm:prSet presAssocID="{A2322D3A-7AC2-4C5C-9D7E-EAB2313D47D4}" presName="parTx" presStyleLbl="alignNode1" presStyleIdx="4" presStyleCnt="5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C8429E68-36DD-4F6A-A2F4-7CCDADCEFAD1}" type="pres">
      <dgm:prSet presAssocID="{A2322D3A-7AC2-4C5C-9D7E-EAB2313D47D4}" presName="desTx" presStyleLbl="alignAccFollowNode1" presStyleIdx="4" presStyleCnt="5">
        <dgm:presLayoutVars/>
      </dgm:prSet>
      <dgm:spPr/>
      <dgm:t>
        <a:bodyPr/>
        <a:lstStyle/>
        <a:p>
          <a:endParaRPr lang="en-US"/>
        </a:p>
      </dgm:t>
    </dgm:pt>
  </dgm:ptLst>
  <dgm:cxnLst>
    <dgm:cxn modelId="{36A4EED2-16DE-4F21-9B57-BD053CD7ED3D}" type="presOf" srcId="{FEB4A941-E9FA-4A86-A673-85FF34B35F20}" destId="{C42A8BDE-B838-475D-AFDE-17B60D744AB6}" srcOrd="0" destOrd="0" presId="urn:microsoft.com/office/officeart/2016/7/layout/HorizontalActionList"/>
    <dgm:cxn modelId="{8CB96BD1-8B01-481A-B525-C5C507C9951C}" type="presOf" srcId="{0EC0C300-11E4-45CF-8418-973585107209}" destId="{6B5FE59C-B471-448A-AA7A-B526DCC4D4CA}" srcOrd="0" destOrd="0" presId="urn:microsoft.com/office/officeart/2016/7/layout/HorizontalActionList"/>
    <dgm:cxn modelId="{51563A4F-C0EB-47D6-B5BC-47A4E599AD4B}" srcId="{E9682B4F-0217-4B50-923E-C104AA24290F}" destId="{0EC0C300-11E4-45CF-8418-973585107209}" srcOrd="0" destOrd="0" parTransId="{1E4DD98E-100E-46B7-B24A-408BBF69E9FA}" sibTransId="{90FAB5D1-62B3-4FF6-A07D-EE607F529C32}"/>
    <dgm:cxn modelId="{2D633B56-E147-4EFC-B9EE-6C0413F329B0}" srcId="{0DD8915E-DC14-41D6-9BB5-F49E1C265163}" destId="{4F85505A-81B6-4FDA-A144-900B71DAD946}" srcOrd="3" destOrd="0" parTransId="{D9A96E25-7BBE-4DDD-8DDE-B4970D4340A8}" sibTransId="{68F74A88-49DC-44B1-BC0D-220A7B97601C}"/>
    <dgm:cxn modelId="{E339F9C8-AD35-4E33-9434-788C81500EB2}" type="presOf" srcId="{8FE81FEC-2664-411F-AEB3-065F29F52751}" destId="{C8429E68-36DD-4F6A-A2F4-7CCDADCEFAD1}" srcOrd="0" destOrd="0" presId="urn:microsoft.com/office/officeart/2016/7/layout/HorizontalActionList"/>
    <dgm:cxn modelId="{6C23D0C9-74B2-4C8B-AB2F-A03B3B0EBE56}" srcId="{0DD8915E-DC14-41D6-9BB5-F49E1C265163}" destId="{E9682B4F-0217-4B50-923E-C104AA24290F}" srcOrd="2" destOrd="0" parTransId="{E0F6C4AF-9BBB-4698-91D7-F9AE3EACBD5D}" sibTransId="{B8632E42-D7EB-4C31-877E-6F1B2801851A}"/>
    <dgm:cxn modelId="{179FAFCF-F878-464E-A8A6-1185EFA0E380}" srcId="{0DD8915E-DC14-41D6-9BB5-F49E1C265163}" destId="{A2322D3A-7AC2-4C5C-9D7E-EAB2313D47D4}" srcOrd="4" destOrd="0" parTransId="{4A8C15D4-B36F-4764-B4FF-F2AF790D3E17}" sibTransId="{84DE1C3A-3FC7-4DB3-88ED-33F65A71557A}"/>
    <dgm:cxn modelId="{31826907-E438-4A1B-A800-F181C547104F}" type="presOf" srcId="{30A490C8-22B4-4D68-875C-0F0DE2FF864D}" destId="{22359DD7-1BFB-4900-BAE6-6084F2F57988}" srcOrd="0" destOrd="0" presId="urn:microsoft.com/office/officeart/2016/7/layout/HorizontalActionList"/>
    <dgm:cxn modelId="{A0077D09-C12C-46D0-8DF7-194B6911362A}" srcId="{0DD8915E-DC14-41D6-9BB5-F49E1C265163}" destId="{73D947E0-108F-4D20-A71E-3CF329F97212}" srcOrd="0" destOrd="0" parTransId="{9D249532-A24D-4D8F-848A-9F42F2E486C9}" sibTransId="{AE813459-65AB-4FA9-B717-330DDA6DFA4E}"/>
    <dgm:cxn modelId="{B7F6ED6E-855A-4A7B-AE18-3BD04546002C}" type="presOf" srcId="{B1AFA1AF-0FF8-45B3-A6D0-0E255A2F637D}" destId="{C4F84DEA-2002-4D32-8E80-70EEE05E345A}" srcOrd="0" destOrd="0" presId="urn:microsoft.com/office/officeart/2016/7/layout/HorizontalActionList"/>
    <dgm:cxn modelId="{C54EA6C2-0E6B-42D8-9A4A-4456127A91A8}" type="presOf" srcId="{A2322D3A-7AC2-4C5C-9D7E-EAB2313D47D4}" destId="{59606EB9-9F10-4D12-A33F-A242FDCC0D0F}" srcOrd="0" destOrd="0" presId="urn:microsoft.com/office/officeart/2016/7/layout/HorizontalActionList"/>
    <dgm:cxn modelId="{F28D7702-2FC3-49BD-BB13-C989E5EE622A}" srcId="{0DD8915E-DC14-41D6-9BB5-F49E1C265163}" destId="{B1AFA1AF-0FF8-45B3-A6D0-0E255A2F637D}" srcOrd="1" destOrd="0" parTransId="{10C68AF5-481C-45AA-A216-8BBBB04515B9}" sibTransId="{88649F7A-400B-4056-965D-C9AC0B3AD942}"/>
    <dgm:cxn modelId="{77A55366-077C-403B-A9E1-B9C6B5CA3288}" type="presOf" srcId="{73D947E0-108F-4D20-A71E-3CF329F97212}" destId="{BDBD7220-3F85-45D2-BED6-5BBFBC23EAE3}" srcOrd="0" destOrd="0" presId="urn:microsoft.com/office/officeart/2016/7/layout/HorizontalActionList"/>
    <dgm:cxn modelId="{711E093C-AD42-45A4-8D40-A2D39702062E}" srcId="{A2322D3A-7AC2-4C5C-9D7E-EAB2313D47D4}" destId="{8FE81FEC-2664-411F-AEB3-065F29F52751}" srcOrd="0" destOrd="0" parTransId="{BCBC007E-0269-421B-9C41-DE26D5C3A822}" sibTransId="{80230EB7-7230-4881-A631-309C07417378}"/>
    <dgm:cxn modelId="{381FE1CC-8184-4745-8EB3-6DE11655998D}" srcId="{73D947E0-108F-4D20-A71E-3CF329F97212}" destId="{30A490C8-22B4-4D68-875C-0F0DE2FF864D}" srcOrd="0" destOrd="0" parTransId="{035C64B0-4F0C-4FD1-BD23-B1D4C9887CBE}" sibTransId="{45495DA8-8707-41E3-A12B-FA5766269C44}"/>
    <dgm:cxn modelId="{BF1349D4-34AE-476D-8D7B-F3ABAB74304F}" type="presOf" srcId="{50418D2B-9486-42DE-AFDD-1D31420040FF}" destId="{4FEB85EB-D046-4CDB-8A62-BBCE260C4490}" srcOrd="0" destOrd="0" presId="urn:microsoft.com/office/officeart/2016/7/layout/HorizontalActionList"/>
    <dgm:cxn modelId="{5A5BA622-5DEB-48B9-88D9-C1DE36C711E5}" srcId="{B1AFA1AF-0FF8-45B3-A6D0-0E255A2F637D}" destId="{50418D2B-9486-42DE-AFDD-1D31420040FF}" srcOrd="0" destOrd="0" parTransId="{D5A17F6B-93F5-442B-938A-0F38C281BE88}" sibTransId="{1D87A0A5-8024-4710-846B-D5BFAC785107}"/>
    <dgm:cxn modelId="{6291F24F-B536-4688-99BC-6A4CB5E15E15}" type="presOf" srcId="{4F85505A-81B6-4FDA-A144-900B71DAD946}" destId="{4132ECB1-6BEF-4935-AFA3-B2EAA48FDE7E}" srcOrd="0" destOrd="0" presId="urn:microsoft.com/office/officeart/2016/7/layout/HorizontalActionList"/>
    <dgm:cxn modelId="{F942F56C-9025-4AA1-9B36-C5AE0A93B0F5}" srcId="{4F85505A-81B6-4FDA-A144-900B71DAD946}" destId="{FEB4A941-E9FA-4A86-A673-85FF34B35F20}" srcOrd="0" destOrd="0" parTransId="{39522508-BC4E-4DD5-A744-AFEFFE36DB74}" sibTransId="{97624CC8-6315-4683-B26C-C30D552DA5A6}"/>
    <dgm:cxn modelId="{825BC9D8-F515-4FBF-8CF8-23CD32968E1D}" type="presOf" srcId="{0DD8915E-DC14-41D6-9BB5-F49E1C265163}" destId="{E4B4F7C4-5024-45F0-9FD7-C5068A1AE6C4}" srcOrd="0" destOrd="0" presId="urn:microsoft.com/office/officeart/2016/7/layout/HorizontalActionList"/>
    <dgm:cxn modelId="{110097B3-0B24-42EE-9C79-845C028B379B}" type="presOf" srcId="{E9682B4F-0217-4B50-923E-C104AA24290F}" destId="{49B7F8FA-D256-41EF-9327-52A3551D9A60}" srcOrd="0" destOrd="0" presId="urn:microsoft.com/office/officeart/2016/7/layout/HorizontalActionList"/>
    <dgm:cxn modelId="{E9D2B9D9-3B26-471C-AF45-E02D1C258CD3}" type="presParOf" srcId="{E4B4F7C4-5024-45F0-9FD7-C5068A1AE6C4}" destId="{473E2436-1BC1-4A6C-8568-5C38418F52D1}" srcOrd="0" destOrd="0" presId="urn:microsoft.com/office/officeart/2016/7/layout/HorizontalActionList"/>
    <dgm:cxn modelId="{A151C920-5872-4C88-8534-922E9C800B9B}" type="presParOf" srcId="{473E2436-1BC1-4A6C-8568-5C38418F52D1}" destId="{BDBD7220-3F85-45D2-BED6-5BBFBC23EAE3}" srcOrd="0" destOrd="0" presId="urn:microsoft.com/office/officeart/2016/7/layout/HorizontalActionList"/>
    <dgm:cxn modelId="{45373909-AB37-4D9A-936C-DC8447BC111D}" type="presParOf" srcId="{473E2436-1BC1-4A6C-8568-5C38418F52D1}" destId="{22359DD7-1BFB-4900-BAE6-6084F2F57988}" srcOrd="1" destOrd="0" presId="urn:microsoft.com/office/officeart/2016/7/layout/HorizontalActionList"/>
    <dgm:cxn modelId="{CFC7E7C1-85BC-47FC-BC11-D0BACA8440B9}" type="presParOf" srcId="{E4B4F7C4-5024-45F0-9FD7-C5068A1AE6C4}" destId="{38C65349-0C40-499F-9765-B6F38C2DC3C3}" srcOrd="1" destOrd="0" presId="urn:microsoft.com/office/officeart/2016/7/layout/HorizontalActionList"/>
    <dgm:cxn modelId="{86FF1107-69E9-4310-A0D8-2BF61292A72B}" type="presParOf" srcId="{E4B4F7C4-5024-45F0-9FD7-C5068A1AE6C4}" destId="{C6650FDC-3601-45F5-9125-6E3F90A53F8A}" srcOrd="2" destOrd="0" presId="urn:microsoft.com/office/officeart/2016/7/layout/HorizontalActionList"/>
    <dgm:cxn modelId="{1C7F1C64-2F3D-4695-A56C-92B1B848B0C2}" type="presParOf" srcId="{C6650FDC-3601-45F5-9125-6E3F90A53F8A}" destId="{C4F84DEA-2002-4D32-8E80-70EEE05E345A}" srcOrd="0" destOrd="0" presId="urn:microsoft.com/office/officeart/2016/7/layout/HorizontalActionList"/>
    <dgm:cxn modelId="{DC59A3FF-666D-48A7-B3BE-98A9F829402D}" type="presParOf" srcId="{C6650FDC-3601-45F5-9125-6E3F90A53F8A}" destId="{4FEB85EB-D046-4CDB-8A62-BBCE260C4490}" srcOrd="1" destOrd="0" presId="urn:microsoft.com/office/officeart/2016/7/layout/HorizontalActionList"/>
    <dgm:cxn modelId="{AAE65B9C-F662-4FAA-8FDB-82E7FB86BB24}" type="presParOf" srcId="{E4B4F7C4-5024-45F0-9FD7-C5068A1AE6C4}" destId="{40F59683-723F-44D1-8379-95635EED1AA8}" srcOrd="3" destOrd="0" presId="urn:microsoft.com/office/officeart/2016/7/layout/HorizontalActionList"/>
    <dgm:cxn modelId="{F5BE37E3-59D0-4D56-B08C-9B1D93695802}" type="presParOf" srcId="{E4B4F7C4-5024-45F0-9FD7-C5068A1AE6C4}" destId="{BB2E4F65-C461-40C3-BC82-6A29AA851F44}" srcOrd="4" destOrd="0" presId="urn:microsoft.com/office/officeart/2016/7/layout/HorizontalActionList"/>
    <dgm:cxn modelId="{1FC3B8DB-8632-4AA8-99E5-4F0C12504130}" type="presParOf" srcId="{BB2E4F65-C461-40C3-BC82-6A29AA851F44}" destId="{49B7F8FA-D256-41EF-9327-52A3551D9A60}" srcOrd="0" destOrd="0" presId="urn:microsoft.com/office/officeart/2016/7/layout/HorizontalActionList"/>
    <dgm:cxn modelId="{03A1CBF9-FFCE-4B8C-9850-8B297556CCF4}" type="presParOf" srcId="{BB2E4F65-C461-40C3-BC82-6A29AA851F44}" destId="{6B5FE59C-B471-448A-AA7A-B526DCC4D4CA}" srcOrd="1" destOrd="0" presId="urn:microsoft.com/office/officeart/2016/7/layout/HorizontalActionList"/>
    <dgm:cxn modelId="{BAB9C1C4-8A05-4AE7-B42E-55875981524E}" type="presParOf" srcId="{E4B4F7C4-5024-45F0-9FD7-C5068A1AE6C4}" destId="{A91542D9-4FB3-4302-AD03-3D6EF82E6748}" srcOrd="5" destOrd="0" presId="urn:microsoft.com/office/officeart/2016/7/layout/HorizontalActionList"/>
    <dgm:cxn modelId="{F7DEAAC8-FCAD-4F6B-92BD-91B8342F3277}" type="presParOf" srcId="{E4B4F7C4-5024-45F0-9FD7-C5068A1AE6C4}" destId="{1A7C3045-2DAF-4A19-82DB-79436B2E4575}" srcOrd="6" destOrd="0" presId="urn:microsoft.com/office/officeart/2016/7/layout/HorizontalActionList"/>
    <dgm:cxn modelId="{13555CA3-20BE-41F8-BD09-0BA8CEE1C702}" type="presParOf" srcId="{1A7C3045-2DAF-4A19-82DB-79436B2E4575}" destId="{4132ECB1-6BEF-4935-AFA3-B2EAA48FDE7E}" srcOrd="0" destOrd="0" presId="urn:microsoft.com/office/officeart/2016/7/layout/HorizontalActionList"/>
    <dgm:cxn modelId="{0848E8B2-6BD5-4CB6-B7E0-F8F1B1F78E2F}" type="presParOf" srcId="{1A7C3045-2DAF-4A19-82DB-79436B2E4575}" destId="{C42A8BDE-B838-475D-AFDE-17B60D744AB6}" srcOrd="1" destOrd="0" presId="urn:microsoft.com/office/officeart/2016/7/layout/HorizontalActionList"/>
    <dgm:cxn modelId="{FD5AD2F1-E5D1-4359-99EB-D3225676DF7F}" type="presParOf" srcId="{E4B4F7C4-5024-45F0-9FD7-C5068A1AE6C4}" destId="{D0DC94A3-770A-4810-A89A-7DB7918862F6}" srcOrd="7" destOrd="0" presId="urn:microsoft.com/office/officeart/2016/7/layout/HorizontalActionList"/>
    <dgm:cxn modelId="{2608DA2F-9259-4A20-98D1-9A5F5780B66F}" type="presParOf" srcId="{E4B4F7C4-5024-45F0-9FD7-C5068A1AE6C4}" destId="{647B2244-AC3A-441A-A6FB-6136FA04F429}" srcOrd="8" destOrd="0" presId="urn:microsoft.com/office/officeart/2016/7/layout/HorizontalActionList"/>
    <dgm:cxn modelId="{F55613FD-292F-4CCF-A44A-E9FC24D70E0E}" type="presParOf" srcId="{647B2244-AC3A-441A-A6FB-6136FA04F429}" destId="{59606EB9-9F10-4D12-A33F-A242FDCC0D0F}" srcOrd="0" destOrd="0" presId="urn:microsoft.com/office/officeart/2016/7/layout/HorizontalActionList"/>
    <dgm:cxn modelId="{7B4FE576-C66F-4D92-B6AC-DA1D068316E4}" type="presParOf" srcId="{647B2244-AC3A-441A-A6FB-6136FA04F429}" destId="{C8429E68-36DD-4F6A-A2F4-7CCDADCEFAD1}" srcOrd="1" destOrd="0" presId="urn:microsoft.com/office/officeart/2016/7/layout/HorizontalAc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DD8915E-DC14-41D6-9BB5-F49E1C265163}" type="doc">
      <dgm:prSet loTypeId="urn:microsoft.com/office/officeart/2016/7/layout/HorizontalAction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3D947E0-108F-4D20-A71E-3CF329F97212}">
      <dgm:prSet phldr="0" custT="1"/>
      <dgm:spPr/>
      <dgm:t>
        <a:bodyPr/>
        <a:lstStyle/>
        <a:p>
          <a:pPr marL="0" indent="0" algn="ctr" defTabSz="914400" rtl="0" eaLnBrk="1" latinLnBrk="0" hangingPunct="1">
            <a:lnSpc>
              <a:spcPct val="90000"/>
            </a:lnSpc>
            <a:spcBef>
              <a:spcPts val="1000"/>
            </a:spcBef>
            <a:buFont typeface="Arial" panose="020B0604020202020204" pitchFamily="34" charset="0"/>
            <a:buNone/>
          </a:pPr>
          <a:r>
            <a:rPr lang="en-US" sz="1600" kern="1200" spc="150" baseline="0" dirty="0">
              <a:solidFill>
                <a:schemeClr val="tx1"/>
              </a:solidFill>
              <a:latin typeface="+mj-lt"/>
              <a:ea typeface="+mj-ea"/>
              <a:cs typeface="+mj-cs"/>
            </a:rPr>
            <a:t>W8CMH B/C</a:t>
          </a:r>
        </a:p>
      </dgm:t>
    </dgm:pt>
    <dgm:pt modelId="{9D249532-A24D-4D8F-848A-9F42F2E486C9}" type="parTrans" cxnId="{A0077D09-C12C-46D0-8DF7-194B6911362A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AE813459-65AB-4FA9-B717-330DDA6DFA4E}" type="sibTrans" cxnId="{A0077D09-C12C-46D0-8DF7-194B6911362A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30A490C8-22B4-4D68-875C-0F0DE2FF864D}">
      <dgm:prSet phldr="0" custT="1"/>
      <dgm:spPr/>
      <dgm:t>
        <a:bodyPr/>
        <a:lstStyle/>
        <a:p>
          <a:pPr marL="0">
            <a:lnSpc>
              <a:spcPct val="100000"/>
            </a:lnSpc>
          </a:pPr>
          <a:r>
            <a:rPr lang="en-US" sz="1400" spc="50" baseline="0" dirty="0">
              <a:latin typeface="+mn-lt"/>
            </a:rPr>
            <a:t>Repeater Detail</a:t>
          </a:r>
          <a:br>
            <a:rPr lang="en-US" sz="1400" spc="50" baseline="0" dirty="0">
              <a:latin typeface="+mn-lt"/>
            </a:rPr>
          </a:br>
          <a:r>
            <a:rPr lang="en-US" sz="1400" dirty="0">
              <a:hlinkClick xmlns:r="http://schemas.openxmlformats.org/officeDocument/2006/relationships" r:id="rId1"/>
            </a:rPr>
            <a:t>http://www.dstarusers.org/viewrepeater.php?system=W8CMH</a:t>
          </a:r>
          <a:endParaRPr lang="en-US" sz="1400" dirty="0"/>
        </a:p>
        <a:p>
          <a:pPr marL="0">
            <a:lnSpc>
              <a:spcPct val="100000"/>
            </a:lnSpc>
          </a:pPr>
          <a:endParaRPr lang="en-US" sz="1400" spc="50" baseline="0" dirty="0">
            <a:latin typeface="+mn-lt"/>
          </a:endParaRPr>
        </a:p>
        <a:p>
          <a:pPr marL="0">
            <a:lnSpc>
              <a:spcPct val="100000"/>
            </a:lnSpc>
          </a:pPr>
          <a:r>
            <a:rPr lang="en-US" sz="1400" spc="50" baseline="0" dirty="0">
              <a:latin typeface="+mn-lt"/>
            </a:rPr>
            <a:t>DPLUS Dashboard</a:t>
          </a:r>
          <a:br>
            <a:rPr lang="en-US" sz="1400" spc="50" baseline="0" dirty="0">
              <a:latin typeface="+mn-lt"/>
            </a:rPr>
          </a:br>
          <a:r>
            <a:rPr lang="en-US" sz="1400" spc="50" baseline="0" dirty="0">
              <a:latin typeface="+mn-lt"/>
              <a:hlinkClick xmlns:r="http://schemas.openxmlformats.org/officeDocument/2006/relationships" r:id="rId2"/>
            </a:rPr>
            <a:t>https://w8cmh.no-ip.org/</a:t>
          </a:r>
          <a:r>
            <a:rPr lang="en-US" sz="1400" spc="50" baseline="0" dirty="0">
              <a:latin typeface="+mn-lt"/>
            </a:rPr>
            <a:t> (</a:t>
          </a:r>
          <a:r>
            <a:rPr lang="en-US" sz="1400" i="1" spc="50" baseline="0" dirty="0">
              <a:latin typeface="+mn-lt"/>
            </a:rPr>
            <a:t>Gateway Temporarily Offline</a:t>
          </a:r>
          <a:r>
            <a:rPr lang="en-US" sz="1400" spc="50" baseline="0" dirty="0">
              <a:latin typeface="+mn-lt"/>
            </a:rPr>
            <a:t>)</a:t>
          </a:r>
        </a:p>
        <a:p>
          <a:pPr marL="0">
            <a:lnSpc>
              <a:spcPct val="100000"/>
            </a:lnSpc>
          </a:pPr>
          <a:endParaRPr lang="en-US" sz="1400" spc="50" baseline="0" dirty="0">
            <a:latin typeface="+mn-lt"/>
          </a:endParaRPr>
        </a:p>
      </dgm:t>
    </dgm:pt>
    <dgm:pt modelId="{035C64B0-4F0C-4FD1-BD23-B1D4C9887CBE}" type="parTrans" cxnId="{381FE1CC-8184-4745-8EB3-6DE11655998D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45495DA8-8707-41E3-A12B-FA5766269C44}" type="sibTrans" cxnId="{381FE1CC-8184-4745-8EB3-6DE11655998D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B1AFA1AF-0FF8-45B3-A6D0-0E255A2F637D}">
      <dgm:prSet phldr="0" custT="1"/>
      <dgm:spPr/>
      <dgm:t>
        <a:bodyPr/>
        <a:lstStyle/>
        <a:p>
          <a:pPr marL="0"/>
          <a:r>
            <a:rPr lang="en-US" sz="1600" kern="1200" spc="150" baseline="0" dirty="0">
              <a:solidFill>
                <a:prstClr val="black"/>
              </a:solidFill>
              <a:latin typeface="Tenorite"/>
              <a:ea typeface="+mn-ea"/>
              <a:cs typeface="+mn-cs"/>
            </a:rPr>
            <a:t>W8DIG A/B/C</a:t>
          </a:r>
        </a:p>
      </dgm:t>
    </dgm:pt>
    <dgm:pt modelId="{10C68AF5-481C-45AA-A216-8BBBB04515B9}" type="parTrans" cxnId="{F28D7702-2FC3-49BD-BB13-C989E5EE622A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88649F7A-400B-4056-965D-C9AC0B3AD942}" type="sibTrans" cxnId="{F28D7702-2FC3-49BD-BB13-C989E5EE622A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50418D2B-9486-42DE-AFDD-1D31420040FF}">
      <dgm:prSet phldr="0" custT="1"/>
      <dgm:spPr/>
      <dgm:t>
        <a:bodyPr/>
        <a:lstStyle/>
        <a:p>
          <a:pPr marL="0">
            <a:lnSpc>
              <a:spcPct val="100000"/>
            </a:lnSpc>
          </a:pPr>
          <a:r>
            <a:rPr lang="en-US" sz="1400" spc="50" baseline="0" dirty="0">
              <a:latin typeface="+mn-lt"/>
            </a:rPr>
            <a:t>Repeater Detail</a:t>
          </a:r>
          <a:r>
            <a:rPr lang="en-US" sz="1400" spc="50" baseline="0" dirty="0">
              <a:latin typeface="+mn-lt"/>
              <a:hlinkClick xmlns:r="http://schemas.openxmlformats.org/officeDocument/2006/relationships" r:id="rId3"/>
            </a:rPr>
            <a:t/>
          </a:r>
          <a:br>
            <a:rPr lang="en-US" sz="1400" spc="50" baseline="0" dirty="0">
              <a:latin typeface="+mn-lt"/>
              <a:hlinkClick xmlns:r="http://schemas.openxmlformats.org/officeDocument/2006/relationships" r:id="rId3"/>
            </a:rPr>
          </a:br>
          <a:r>
            <a:rPr lang="en-US" sz="1400" spc="50" baseline="0" dirty="0">
              <a:latin typeface="+mn-lt"/>
              <a:hlinkClick xmlns:r="http://schemas.openxmlformats.org/officeDocument/2006/relationships" r:id="rId3"/>
            </a:rPr>
            <a:t>https://www.dstarusers.org/viewrepeater.php?system=W8DIG</a:t>
          </a:r>
          <a:endParaRPr lang="en-US" sz="1400" spc="50" baseline="0" dirty="0">
            <a:latin typeface="+mn-lt"/>
          </a:endParaRPr>
        </a:p>
        <a:p>
          <a:pPr marL="0">
            <a:lnSpc>
              <a:spcPct val="100000"/>
            </a:lnSpc>
          </a:pPr>
          <a:r>
            <a:rPr lang="en-US" sz="1400" spc="50" baseline="0" dirty="0">
              <a:latin typeface="+mn-lt"/>
            </a:rPr>
            <a:t/>
          </a:r>
          <a:br>
            <a:rPr lang="en-US" sz="1400" spc="50" baseline="0" dirty="0">
              <a:latin typeface="+mn-lt"/>
            </a:rPr>
          </a:br>
          <a:r>
            <a:rPr lang="en-US" sz="1400" b="1" spc="50" baseline="0" dirty="0">
              <a:latin typeface="+mn-lt"/>
            </a:rPr>
            <a:t>NOTE:</a:t>
          </a:r>
          <a:r>
            <a:rPr lang="en-US" sz="1400" spc="50" baseline="0" dirty="0">
              <a:latin typeface="+mn-lt"/>
            </a:rPr>
            <a:t> </a:t>
          </a:r>
          <a:r>
            <a:rPr lang="en-US" sz="1400" i="1" spc="50" baseline="0" dirty="0">
              <a:latin typeface="+mn-lt"/>
            </a:rPr>
            <a:t>C-node voice seems to be outbound only</a:t>
          </a:r>
        </a:p>
      </dgm:t>
    </dgm:pt>
    <dgm:pt modelId="{D5A17F6B-93F5-442B-938A-0F38C281BE88}" type="parTrans" cxnId="{5A5BA622-5DEB-48B9-88D9-C1DE36C711E5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1D87A0A5-8024-4710-846B-D5BFAC785107}" type="sibTrans" cxnId="{5A5BA622-5DEB-48B9-88D9-C1DE36C711E5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879C0956-5E84-4EE5-964C-AFA28A59D23B}">
      <dgm:prSet phldr="0" custT="1"/>
      <dgm:spPr/>
      <dgm:t>
        <a:bodyPr/>
        <a:lstStyle/>
        <a:p>
          <a:pPr marL="0">
            <a:lnSpc>
              <a:spcPct val="100000"/>
            </a:lnSpc>
          </a:pPr>
          <a:r>
            <a:rPr lang="en-US" sz="1600" spc="150" baseline="0" dirty="0">
              <a:solidFill>
                <a:prstClr val="black"/>
              </a:solidFill>
              <a:latin typeface="Tenorite"/>
              <a:ea typeface="+mn-ea"/>
              <a:cs typeface="+mn-cs"/>
            </a:rPr>
            <a:t>W8LT B (Offline)</a:t>
          </a:r>
          <a:endParaRPr lang="en-US" sz="1600" i="1" spc="50" baseline="0" dirty="0">
            <a:latin typeface="+mn-lt"/>
          </a:endParaRPr>
        </a:p>
      </dgm:t>
    </dgm:pt>
    <dgm:pt modelId="{38CA42E6-1479-42AB-8D2B-76A07BE7289F}" type="parTrans" cxnId="{5F0307F5-00C6-4145-B6B2-C2415EF16EE4}">
      <dgm:prSet/>
      <dgm:spPr/>
      <dgm:t>
        <a:bodyPr/>
        <a:lstStyle/>
        <a:p>
          <a:endParaRPr lang="en-US"/>
        </a:p>
      </dgm:t>
    </dgm:pt>
    <dgm:pt modelId="{C20801E7-0BA1-44EA-8D58-EA3DAAA21383}" type="sibTrans" cxnId="{5F0307F5-00C6-4145-B6B2-C2415EF16EE4}">
      <dgm:prSet/>
      <dgm:spPr/>
      <dgm:t>
        <a:bodyPr/>
        <a:lstStyle/>
        <a:p>
          <a:endParaRPr lang="en-US"/>
        </a:p>
      </dgm:t>
    </dgm:pt>
    <dgm:pt modelId="{7AC731F0-092D-4866-8740-534F4E9516AE}">
      <dgm:prSet phldr="0" custT="1"/>
      <dgm:spPr/>
      <dgm:t>
        <a:bodyPr/>
        <a:lstStyle/>
        <a:p>
          <a:pPr marL="0">
            <a:lnSpc>
              <a:spcPct val="100000"/>
            </a:lnSpc>
          </a:pPr>
          <a:r>
            <a:rPr lang="en-US" sz="1400" spc="50" baseline="0" dirty="0">
              <a:latin typeface="+mn-lt"/>
            </a:rPr>
            <a:t>Repeater Detail</a:t>
          </a:r>
          <a:r>
            <a:rPr lang="en-US" sz="1400" spc="50" baseline="0" dirty="0">
              <a:latin typeface="+mn-lt"/>
              <a:hlinkClick xmlns:r="http://schemas.openxmlformats.org/officeDocument/2006/relationships" r:id="rId3"/>
            </a:rPr>
            <a:t/>
          </a:r>
          <a:br>
            <a:rPr lang="en-US" sz="1400" spc="50" baseline="0" dirty="0">
              <a:latin typeface="+mn-lt"/>
              <a:hlinkClick xmlns:r="http://schemas.openxmlformats.org/officeDocument/2006/relationships" r:id="rId3"/>
            </a:rPr>
          </a:br>
          <a:r>
            <a:rPr lang="en-US" sz="1400" spc="50" baseline="0" dirty="0">
              <a:latin typeface="+mn-lt"/>
              <a:hlinkClick xmlns:r="http://schemas.openxmlformats.org/officeDocument/2006/relationships" r:id="rId3"/>
            </a:rPr>
            <a:t>https://www.dstarusers.org/viewrepeater.php?system=W8LT</a:t>
          </a:r>
          <a:endParaRPr lang="en-US" sz="1400" i="1" spc="50" baseline="0" dirty="0">
            <a:latin typeface="+mn-lt"/>
          </a:endParaRPr>
        </a:p>
      </dgm:t>
    </dgm:pt>
    <dgm:pt modelId="{785F87E2-766C-482D-979A-A1989299CD9D}" type="parTrans" cxnId="{8195104C-228D-43D6-A1E7-881E9958045C}">
      <dgm:prSet/>
      <dgm:spPr/>
      <dgm:t>
        <a:bodyPr/>
        <a:lstStyle/>
        <a:p>
          <a:endParaRPr lang="en-US"/>
        </a:p>
      </dgm:t>
    </dgm:pt>
    <dgm:pt modelId="{30462DDF-9224-4F06-8A28-52E64661366B}" type="sibTrans" cxnId="{8195104C-228D-43D6-A1E7-881E9958045C}">
      <dgm:prSet/>
      <dgm:spPr/>
      <dgm:t>
        <a:bodyPr/>
        <a:lstStyle/>
        <a:p>
          <a:endParaRPr lang="en-US"/>
        </a:p>
      </dgm:t>
    </dgm:pt>
    <dgm:pt modelId="{E4B4F7C4-5024-45F0-9FD7-C5068A1AE6C4}" type="pres">
      <dgm:prSet presAssocID="{0DD8915E-DC14-41D6-9BB5-F49E1C265163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473E2436-1BC1-4A6C-8568-5C38418F52D1}" type="pres">
      <dgm:prSet presAssocID="{73D947E0-108F-4D20-A71E-3CF329F97212}" presName="composite" presStyleCnt="0"/>
      <dgm:spPr/>
    </dgm:pt>
    <dgm:pt modelId="{BDBD7220-3F85-45D2-BED6-5BBFBC23EAE3}" type="pres">
      <dgm:prSet presAssocID="{73D947E0-108F-4D20-A71E-3CF329F97212}" presName="parTx" presStyleLbl="alignNode1" presStyleIdx="0" presStyleCnt="3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22359DD7-1BFB-4900-BAE6-6084F2F57988}" type="pres">
      <dgm:prSet presAssocID="{73D947E0-108F-4D20-A71E-3CF329F97212}" presName="desTx" presStyleLbl="alignAccFollowNode1" presStyleIdx="0" presStyleCnt="3">
        <dgm:presLayoutVars/>
      </dgm:prSet>
      <dgm:spPr/>
      <dgm:t>
        <a:bodyPr/>
        <a:lstStyle/>
        <a:p>
          <a:endParaRPr lang="en-US"/>
        </a:p>
      </dgm:t>
    </dgm:pt>
    <dgm:pt modelId="{38C65349-0C40-499F-9765-B6F38C2DC3C3}" type="pres">
      <dgm:prSet presAssocID="{AE813459-65AB-4FA9-B717-330DDA6DFA4E}" presName="space" presStyleCnt="0"/>
      <dgm:spPr/>
    </dgm:pt>
    <dgm:pt modelId="{C6650FDC-3601-45F5-9125-6E3F90A53F8A}" type="pres">
      <dgm:prSet presAssocID="{B1AFA1AF-0FF8-45B3-A6D0-0E255A2F637D}" presName="composite" presStyleCnt="0"/>
      <dgm:spPr/>
    </dgm:pt>
    <dgm:pt modelId="{C4F84DEA-2002-4D32-8E80-70EEE05E345A}" type="pres">
      <dgm:prSet presAssocID="{B1AFA1AF-0FF8-45B3-A6D0-0E255A2F637D}" presName="parTx" presStyleLbl="alignNode1" presStyleIdx="1" presStyleCnt="3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4FEB85EB-D046-4CDB-8A62-BBCE260C4490}" type="pres">
      <dgm:prSet presAssocID="{B1AFA1AF-0FF8-45B3-A6D0-0E255A2F637D}" presName="desTx" presStyleLbl="alignAccFollowNode1" presStyleIdx="1" presStyleCnt="3">
        <dgm:presLayoutVars/>
      </dgm:prSet>
      <dgm:spPr/>
      <dgm:t>
        <a:bodyPr/>
        <a:lstStyle/>
        <a:p>
          <a:endParaRPr lang="en-US"/>
        </a:p>
      </dgm:t>
    </dgm:pt>
    <dgm:pt modelId="{BC0D5D92-ADAC-4951-9D04-C8DB50C49242}" type="pres">
      <dgm:prSet presAssocID="{88649F7A-400B-4056-965D-C9AC0B3AD942}" presName="space" presStyleCnt="0"/>
      <dgm:spPr/>
    </dgm:pt>
    <dgm:pt modelId="{1A3F4AB9-8763-4DB7-AF16-AF850054E7DA}" type="pres">
      <dgm:prSet presAssocID="{879C0956-5E84-4EE5-964C-AFA28A59D23B}" presName="composite" presStyleCnt="0"/>
      <dgm:spPr/>
    </dgm:pt>
    <dgm:pt modelId="{64C3E9AC-963B-494F-927E-2F29CD771800}" type="pres">
      <dgm:prSet presAssocID="{879C0956-5E84-4EE5-964C-AFA28A59D23B}" presName="parTx" presStyleLbl="alignNode1" presStyleIdx="2" presStyleCnt="3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1F56545F-A1F8-442D-BCEE-77EDDA9FA8AC}" type="pres">
      <dgm:prSet presAssocID="{879C0956-5E84-4EE5-964C-AFA28A59D23B}" presName="desTx" presStyleLbl="alignAccFollowNode1" presStyleIdx="2" presStyleCnt="3">
        <dgm:presLayoutVars/>
      </dgm:prSet>
      <dgm:spPr/>
      <dgm:t>
        <a:bodyPr/>
        <a:lstStyle/>
        <a:p>
          <a:endParaRPr lang="en-US"/>
        </a:p>
      </dgm:t>
    </dgm:pt>
  </dgm:ptLst>
  <dgm:cxnLst>
    <dgm:cxn modelId="{31826907-E438-4A1B-A800-F181C547104F}" type="presOf" srcId="{30A490C8-22B4-4D68-875C-0F0DE2FF864D}" destId="{22359DD7-1BFB-4900-BAE6-6084F2F57988}" srcOrd="0" destOrd="0" presId="urn:microsoft.com/office/officeart/2016/7/layout/HorizontalActionList"/>
    <dgm:cxn modelId="{A0077D09-C12C-46D0-8DF7-194B6911362A}" srcId="{0DD8915E-DC14-41D6-9BB5-F49E1C265163}" destId="{73D947E0-108F-4D20-A71E-3CF329F97212}" srcOrd="0" destOrd="0" parTransId="{9D249532-A24D-4D8F-848A-9F42F2E486C9}" sibTransId="{AE813459-65AB-4FA9-B717-330DDA6DFA4E}"/>
    <dgm:cxn modelId="{B7F6ED6E-855A-4A7B-AE18-3BD04546002C}" type="presOf" srcId="{B1AFA1AF-0FF8-45B3-A6D0-0E255A2F637D}" destId="{C4F84DEA-2002-4D32-8E80-70EEE05E345A}" srcOrd="0" destOrd="0" presId="urn:microsoft.com/office/officeart/2016/7/layout/HorizontalActionList"/>
    <dgm:cxn modelId="{F28D7702-2FC3-49BD-BB13-C989E5EE622A}" srcId="{0DD8915E-DC14-41D6-9BB5-F49E1C265163}" destId="{B1AFA1AF-0FF8-45B3-A6D0-0E255A2F637D}" srcOrd="1" destOrd="0" parTransId="{10C68AF5-481C-45AA-A216-8BBBB04515B9}" sibTransId="{88649F7A-400B-4056-965D-C9AC0B3AD942}"/>
    <dgm:cxn modelId="{77A55366-077C-403B-A9E1-B9C6B5CA3288}" type="presOf" srcId="{73D947E0-108F-4D20-A71E-3CF329F97212}" destId="{BDBD7220-3F85-45D2-BED6-5BBFBC23EAE3}" srcOrd="0" destOrd="0" presId="urn:microsoft.com/office/officeart/2016/7/layout/HorizontalActionList"/>
    <dgm:cxn modelId="{7A1F1848-C17F-424E-9C46-1C89F641438A}" type="presOf" srcId="{7AC731F0-092D-4866-8740-534F4E9516AE}" destId="{1F56545F-A1F8-442D-BCEE-77EDDA9FA8AC}" srcOrd="0" destOrd="0" presId="urn:microsoft.com/office/officeart/2016/7/layout/HorizontalActionList"/>
    <dgm:cxn modelId="{381FE1CC-8184-4745-8EB3-6DE11655998D}" srcId="{73D947E0-108F-4D20-A71E-3CF329F97212}" destId="{30A490C8-22B4-4D68-875C-0F0DE2FF864D}" srcOrd="0" destOrd="0" parTransId="{035C64B0-4F0C-4FD1-BD23-B1D4C9887CBE}" sibTransId="{45495DA8-8707-41E3-A12B-FA5766269C44}"/>
    <dgm:cxn modelId="{BF1349D4-34AE-476D-8D7B-F3ABAB74304F}" type="presOf" srcId="{50418D2B-9486-42DE-AFDD-1D31420040FF}" destId="{4FEB85EB-D046-4CDB-8A62-BBCE260C4490}" srcOrd="0" destOrd="0" presId="urn:microsoft.com/office/officeart/2016/7/layout/HorizontalActionList"/>
    <dgm:cxn modelId="{3DA3A240-A6C4-4975-B2D0-1DE15C15503D}" type="presOf" srcId="{879C0956-5E84-4EE5-964C-AFA28A59D23B}" destId="{64C3E9AC-963B-494F-927E-2F29CD771800}" srcOrd="0" destOrd="0" presId="urn:microsoft.com/office/officeart/2016/7/layout/HorizontalActionList"/>
    <dgm:cxn modelId="{5A5BA622-5DEB-48B9-88D9-C1DE36C711E5}" srcId="{B1AFA1AF-0FF8-45B3-A6D0-0E255A2F637D}" destId="{50418D2B-9486-42DE-AFDD-1D31420040FF}" srcOrd="0" destOrd="0" parTransId="{D5A17F6B-93F5-442B-938A-0F38C281BE88}" sibTransId="{1D87A0A5-8024-4710-846B-D5BFAC785107}"/>
    <dgm:cxn modelId="{8195104C-228D-43D6-A1E7-881E9958045C}" srcId="{879C0956-5E84-4EE5-964C-AFA28A59D23B}" destId="{7AC731F0-092D-4866-8740-534F4E9516AE}" srcOrd="0" destOrd="0" parTransId="{785F87E2-766C-482D-979A-A1989299CD9D}" sibTransId="{30462DDF-9224-4F06-8A28-52E64661366B}"/>
    <dgm:cxn modelId="{825BC9D8-F515-4FBF-8CF8-23CD32968E1D}" type="presOf" srcId="{0DD8915E-DC14-41D6-9BB5-F49E1C265163}" destId="{E4B4F7C4-5024-45F0-9FD7-C5068A1AE6C4}" srcOrd="0" destOrd="0" presId="urn:microsoft.com/office/officeart/2016/7/layout/HorizontalActionList"/>
    <dgm:cxn modelId="{5F0307F5-00C6-4145-B6B2-C2415EF16EE4}" srcId="{0DD8915E-DC14-41D6-9BB5-F49E1C265163}" destId="{879C0956-5E84-4EE5-964C-AFA28A59D23B}" srcOrd="2" destOrd="0" parTransId="{38CA42E6-1479-42AB-8D2B-76A07BE7289F}" sibTransId="{C20801E7-0BA1-44EA-8D58-EA3DAAA21383}"/>
    <dgm:cxn modelId="{E9D2B9D9-3B26-471C-AF45-E02D1C258CD3}" type="presParOf" srcId="{E4B4F7C4-5024-45F0-9FD7-C5068A1AE6C4}" destId="{473E2436-1BC1-4A6C-8568-5C38418F52D1}" srcOrd="0" destOrd="0" presId="urn:microsoft.com/office/officeart/2016/7/layout/HorizontalActionList"/>
    <dgm:cxn modelId="{A151C920-5872-4C88-8534-922E9C800B9B}" type="presParOf" srcId="{473E2436-1BC1-4A6C-8568-5C38418F52D1}" destId="{BDBD7220-3F85-45D2-BED6-5BBFBC23EAE3}" srcOrd="0" destOrd="0" presId="urn:microsoft.com/office/officeart/2016/7/layout/HorizontalActionList"/>
    <dgm:cxn modelId="{45373909-AB37-4D9A-936C-DC8447BC111D}" type="presParOf" srcId="{473E2436-1BC1-4A6C-8568-5C38418F52D1}" destId="{22359DD7-1BFB-4900-BAE6-6084F2F57988}" srcOrd="1" destOrd="0" presId="urn:microsoft.com/office/officeart/2016/7/layout/HorizontalActionList"/>
    <dgm:cxn modelId="{CFC7E7C1-85BC-47FC-BC11-D0BACA8440B9}" type="presParOf" srcId="{E4B4F7C4-5024-45F0-9FD7-C5068A1AE6C4}" destId="{38C65349-0C40-499F-9765-B6F38C2DC3C3}" srcOrd="1" destOrd="0" presId="urn:microsoft.com/office/officeart/2016/7/layout/HorizontalActionList"/>
    <dgm:cxn modelId="{86FF1107-69E9-4310-A0D8-2BF61292A72B}" type="presParOf" srcId="{E4B4F7C4-5024-45F0-9FD7-C5068A1AE6C4}" destId="{C6650FDC-3601-45F5-9125-6E3F90A53F8A}" srcOrd="2" destOrd="0" presId="urn:microsoft.com/office/officeart/2016/7/layout/HorizontalActionList"/>
    <dgm:cxn modelId="{1C7F1C64-2F3D-4695-A56C-92B1B848B0C2}" type="presParOf" srcId="{C6650FDC-3601-45F5-9125-6E3F90A53F8A}" destId="{C4F84DEA-2002-4D32-8E80-70EEE05E345A}" srcOrd="0" destOrd="0" presId="urn:microsoft.com/office/officeart/2016/7/layout/HorizontalActionList"/>
    <dgm:cxn modelId="{DC59A3FF-666D-48A7-B3BE-98A9F829402D}" type="presParOf" srcId="{C6650FDC-3601-45F5-9125-6E3F90A53F8A}" destId="{4FEB85EB-D046-4CDB-8A62-BBCE260C4490}" srcOrd="1" destOrd="0" presId="urn:microsoft.com/office/officeart/2016/7/layout/HorizontalActionList"/>
    <dgm:cxn modelId="{965E2780-6ED5-43DE-8D13-3B3A036A90D2}" type="presParOf" srcId="{E4B4F7C4-5024-45F0-9FD7-C5068A1AE6C4}" destId="{BC0D5D92-ADAC-4951-9D04-C8DB50C49242}" srcOrd="3" destOrd="0" presId="urn:microsoft.com/office/officeart/2016/7/layout/HorizontalActionList"/>
    <dgm:cxn modelId="{79218256-82C2-42B1-9666-A770D7A60589}" type="presParOf" srcId="{E4B4F7C4-5024-45F0-9FD7-C5068A1AE6C4}" destId="{1A3F4AB9-8763-4DB7-AF16-AF850054E7DA}" srcOrd="4" destOrd="0" presId="urn:microsoft.com/office/officeart/2016/7/layout/HorizontalActionList"/>
    <dgm:cxn modelId="{6FDB91AB-C8ED-49DF-B37E-C33EFAD240AE}" type="presParOf" srcId="{1A3F4AB9-8763-4DB7-AF16-AF850054E7DA}" destId="{64C3E9AC-963B-494F-927E-2F29CD771800}" srcOrd="0" destOrd="0" presId="urn:microsoft.com/office/officeart/2016/7/layout/HorizontalActionList"/>
    <dgm:cxn modelId="{2A1CEFF4-6D82-43B6-9BC2-0E615AC8EA19}" type="presParOf" srcId="{1A3F4AB9-8763-4DB7-AF16-AF850054E7DA}" destId="{1F56545F-A1F8-442D-BCEE-77EDDA9FA8AC}" srcOrd="1" destOrd="0" presId="urn:microsoft.com/office/officeart/2016/7/layout/HorizontalAc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DD8915E-DC14-41D6-9BB5-F49E1C265163}" type="doc">
      <dgm:prSet loTypeId="urn:microsoft.com/office/officeart/2016/7/layout/HorizontalAction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3D947E0-108F-4D20-A71E-3CF329F97212}">
      <dgm:prSet phldr="0" custT="1"/>
      <dgm:spPr/>
      <dgm:t>
        <a:bodyPr/>
        <a:lstStyle/>
        <a:p>
          <a:pPr marL="0" indent="0" algn="ctr" defTabSz="914400" rtl="0" eaLnBrk="1" latinLnBrk="0" hangingPunct="1">
            <a:lnSpc>
              <a:spcPct val="90000"/>
            </a:lnSpc>
            <a:spcBef>
              <a:spcPts val="1000"/>
            </a:spcBef>
            <a:buFont typeface="Arial" panose="020B0604020202020204" pitchFamily="34" charset="0"/>
            <a:buNone/>
          </a:pPr>
          <a:r>
            <a:rPr lang="en-US" sz="1600" kern="1200" spc="150" baseline="0" dirty="0">
              <a:solidFill>
                <a:schemeClr val="tx1"/>
              </a:solidFill>
              <a:latin typeface="+mj-lt"/>
              <a:ea typeface="+mj-ea"/>
              <a:cs typeface="+mj-cs"/>
            </a:rPr>
            <a:t>REF001C</a:t>
          </a:r>
        </a:p>
      </dgm:t>
    </dgm:pt>
    <dgm:pt modelId="{9D249532-A24D-4D8F-848A-9F42F2E486C9}" type="parTrans" cxnId="{A0077D09-C12C-46D0-8DF7-194B6911362A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AE813459-65AB-4FA9-B717-330DDA6DFA4E}" type="sibTrans" cxnId="{A0077D09-C12C-46D0-8DF7-194B6911362A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30A490C8-22B4-4D68-875C-0F0DE2FF864D}">
      <dgm:prSet phldr="0" custT="1"/>
      <dgm:spPr/>
      <dgm:t>
        <a:bodyPr/>
        <a:lstStyle/>
        <a:p>
          <a:pPr marL="0">
            <a:lnSpc>
              <a:spcPct val="100000"/>
            </a:lnSpc>
          </a:pPr>
          <a:r>
            <a:rPr lang="en-US" sz="1400" dirty="0"/>
            <a:t>D-STAR's </a:t>
          </a:r>
          <a:r>
            <a:rPr lang="en-US" sz="1400" dirty="0" err="1"/>
            <a:t>MegaRepeater</a:t>
          </a:r>
          <a:endParaRPr lang="en-US" sz="1400" dirty="0"/>
        </a:p>
        <a:p>
          <a:pPr marL="0">
            <a:lnSpc>
              <a:spcPct val="100000"/>
            </a:lnSpc>
          </a:pPr>
          <a:r>
            <a:rPr lang="en-US" sz="1400" spc="50" baseline="0" dirty="0">
              <a:latin typeface="+mn-lt"/>
            </a:rPr>
            <a:t>(Worldwide) 🌐</a:t>
          </a:r>
        </a:p>
      </dgm:t>
    </dgm:pt>
    <dgm:pt modelId="{035C64B0-4F0C-4FD1-BD23-B1D4C9887CBE}" type="parTrans" cxnId="{381FE1CC-8184-4745-8EB3-6DE11655998D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45495DA8-8707-41E3-A12B-FA5766269C44}" type="sibTrans" cxnId="{381FE1CC-8184-4745-8EB3-6DE11655998D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B1AFA1AF-0FF8-45B3-A6D0-0E255A2F637D}">
      <dgm:prSet phldr="0" custT="1"/>
      <dgm:spPr/>
      <dgm:t>
        <a:bodyPr/>
        <a:lstStyle/>
        <a:p>
          <a:pPr marL="0"/>
          <a:r>
            <a:rPr lang="en-US" sz="1600" kern="1200" spc="150" baseline="0" dirty="0">
              <a:solidFill>
                <a:prstClr val="black"/>
              </a:solidFill>
              <a:latin typeface="Tenorite"/>
              <a:ea typeface="+mn-ea"/>
              <a:cs typeface="+mn-cs"/>
            </a:rPr>
            <a:t>REF030C</a:t>
          </a:r>
        </a:p>
      </dgm:t>
    </dgm:pt>
    <dgm:pt modelId="{10C68AF5-481C-45AA-A216-8BBBB04515B9}" type="parTrans" cxnId="{F28D7702-2FC3-49BD-BB13-C989E5EE622A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88649F7A-400B-4056-965D-C9AC0B3AD942}" type="sibTrans" cxnId="{F28D7702-2FC3-49BD-BB13-C989E5EE622A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50418D2B-9486-42DE-AFDD-1D31420040FF}">
      <dgm:prSet phldr="0" custT="1"/>
      <dgm:spPr/>
      <dgm:t>
        <a:bodyPr/>
        <a:lstStyle/>
        <a:p>
          <a:pPr marL="0">
            <a:lnSpc>
              <a:spcPct val="100000"/>
            </a:lnSpc>
          </a:pPr>
          <a:r>
            <a:rPr lang="en-US" sz="1400" spc="50" baseline="0" dirty="0">
              <a:latin typeface="+mn-lt"/>
            </a:rPr>
            <a:t>Southeastern US</a:t>
          </a:r>
          <a:endParaRPr lang="en-US" sz="1400" i="1" spc="50" baseline="0" dirty="0">
            <a:latin typeface="+mn-lt"/>
          </a:endParaRPr>
        </a:p>
      </dgm:t>
    </dgm:pt>
    <dgm:pt modelId="{D5A17F6B-93F5-442B-938A-0F38C281BE88}" type="parTrans" cxnId="{5A5BA622-5DEB-48B9-88D9-C1DE36C711E5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1D87A0A5-8024-4710-846B-D5BFAC785107}" type="sibTrans" cxnId="{5A5BA622-5DEB-48B9-88D9-C1DE36C711E5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879C0956-5E84-4EE5-964C-AFA28A59D23B}">
      <dgm:prSet phldr="0" custT="1"/>
      <dgm:spPr/>
      <dgm:t>
        <a:bodyPr/>
        <a:lstStyle/>
        <a:p>
          <a:pPr marL="0">
            <a:lnSpc>
              <a:spcPct val="100000"/>
            </a:lnSpc>
          </a:pPr>
          <a:r>
            <a:rPr lang="en-US" sz="1600" spc="150" baseline="0" dirty="0">
              <a:solidFill>
                <a:prstClr val="black"/>
              </a:solidFill>
              <a:latin typeface="Tenorite"/>
              <a:ea typeface="+mn-ea"/>
              <a:cs typeface="+mn-cs"/>
            </a:rPr>
            <a:t>REF038A</a:t>
          </a:r>
        </a:p>
      </dgm:t>
    </dgm:pt>
    <dgm:pt modelId="{38CA42E6-1479-42AB-8D2B-76A07BE7289F}" type="parTrans" cxnId="{5F0307F5-00C6-4145-B6B2-C2415EF16EE4}">
      <dgm:prSet/>
      <dgm:spPr/>
      <dgm:t>
        <a:bodyPr/>
        <a:lstStyle/>
        <a:p>
          <a:endParaRPr lang="en-US"/>
        </a:p>
      </dgm:t>
    </dgm:pt>
    <dgm:pt modelId="{C20801E7-0BA1-44EA-8D58-EA3DAAA21383}" type="sibTrans" cxnId="{5F0307F5-00C6-4145-B6B2-C2415EF16EE4}">
      <dgm:prSet/>
      <dgm:spPr/>
      <dgm:t>
        <a:bodyPr/>
        <a:lstStyle/>
        <a:p>
          <a:endParaRPr lang="en-US"/>
        </a:p>
      </dgm:t>
    </dgm:pt>
    <dgm:pt modelId="{7AC731F0-092D-4866-8740-534F4E9516AE}">
      <dgm:prSet phldr="0" custT="1"/>
      <dgm:spPr/>
      <dgm:t>
        <a:bodyPr/>
        <a:lstStyle/>
        <a:p>
          <a:pPr marL="0">
            <a:lnSpc>
              <a:spcPct val="100000"/>
            </a:lnSpc>
          </a:pPr>
          <a:r>
            <a:rPr lang="en-US" sz="1400" dirty="0"/>
            <a:t>The Ohio Reflector</a:t>
          </a:r>
        </a:p>
      </dgm:t>
    </dgm:pt>
    <dgm:pt modelId="{785F87E2-766C-482D-979A-A1989299CD9D}" type="parTrans" cxnId="{8195104C-228D-43D6-A1E7-881E9958045C}">
      <dgm:prSet/>
      <dgm:spPr/>
      <dgm:t>
        <a:bodyPr/>
        <a:lstStyle/>
        <a:p>
          <a:endParaRPr lang="en-US"/>
        </a:p>
      </dgm:t>
    </dgm:pt>
    <dgm:pt modelId="{30462DDF-9224-4F06-8A28-52E64661366B}" type="sibTrans" cxnId="{8195104C-228D-43D6-A1E7-881E9958045C}">
      <dgm:prSet/>
      <dgm:spPr/>
      <dgm:t>
        <a:bodyPr/>
        <a:lstStyle/>
        <a:p>
          <a:endParaRPr lang="en-US"/>
        </a:p>
      </dgm:t>
    </dgm:pt>
    <dgm:pt modelId="{514DB747-DEB6-4D63-B436-EB45BD8EC11F}">
      <dgm:prSet phldr="0" custT="1"/>
      <dgm:spPr/>
      <dgm:t>
        <a:bodyPr/>
        <a:lstStyle/>
        <a:p>
          <a:pPr marL="0">
            <a:lnSpc>
              <a:spcPct val="100000"/>
            </a:lnSpc>
          </a:pPr>
          <a:r>
            <a:rPr lang="en-US" sz="1600" spc="150" baseline="0" dirty="0">
              <a:solidFill>
                <a:prstClr val="black"/>
              </a:solidFill>
              <a:latin typeface="Tenorite"/>
              <a:ea typeface="+mn-ea"/>
              <a:cs typeface="+mn-cs"/>
            </a:rPr>
            <a:t>REF038B</a:t>
          </a:r>
          <a:endParaRPr lang="en-US" sz="1600" dirty="0"/>
        </a:p>
      </dgm:t>
    </dgm:pt>
    <dgm:pt modelId="{25F6829B-2FC1-46A2-AA9B-E450F0ADDABD}" type="parTrans" cxnId="{13B90008-C490-4D6A-8513-37F91DAA9EE3}">
      <dgm:prSet/>
      <dgm:spPr/>
      <dgm:t>
        <a:bodyPr/>
        <a:lstStyle/>
        <a:p>
          <a:endParaRPr lang="en-US"/>
        </a:p>
      </dgm:t>
    </dgm:pt>
    <dgm:pt modelId="{898FD7F2-DE9F-44E7-A23B-E4329B8D15D8}" type="sibTrans" cxnId="{13B90008-C490-4D6A-8513-37F91DAA9EE3}">
      <dgm:prSet/>
      <dgm:spPr/>
      <dgm:t>
        <a:bodyPr/>
        <a:lstStyle/>
        <a:p>
          <a:endParaRPr lang="en-US"/>
        </a:p>
      </dgm:t>
    </dgm:pt>
    <dgm:pt modelId="{807D9A66-823C-457D-BCC3-1D79AD532419}">
      <dgm:prSet custT="1"/>
      <dgm:spPr/>
      <dgm:t>
        <a:bodyPr/>
        <a:lstStyle/>
        <a:p>
          <a:r>
            <a:rPr lang="en-US" sz="1400" dirty="0"/>
            <a:t>NODIG Permalink</a:t>
          </a:r>
        </a:p>
      </dgm:t>
    </dgm:pt>
    <dgm:pt modelId="{6A80A653-DDEA-4BD7-9D9C-1D4C91027FC7}" type="parTrans" cxnId="{8ECC85C6-4C53-455F-A43C-523404FF7F7F}">
      <dgm:prSet/>
      <dgm:spPr/>
      <dgm:t>
        <a:bodyPr/>
        <a:lstStyle/>
        <a:p>
          <a:endParaRPr lang="en-US"/>
        </a:p>
      </dgm:t>
    </dgm:pt>
    <dgm:pt modelId="{54506DA0-56AA-4E16-8A61-98EC5D6CEC5E}" type="sibTrans" cxnId="{8ECC85C6-4C53-455F-A43C-523404FF7F7F}">
      <dgm:prSet/>
      <dgm:spPr/>
      <dgm:t>
        <a:bodyPr/>
        <a:lstStyle/>
        <a:p>
          <a:endParaRPr lang="en-US"/>
        </a:p>
      </dgm:t>
    </dgm:pt>
    <dgm:pt modelId="{E4B4F7C4-5024-45F0-9FD7-C5068A1AE6C4}" type="pres">
      <dgm:prSet presAssocID="{0DD8915E-DC14-41D6-9BB5-F49E1C265163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473E2436-1BC1-4A6C-8568-5C38418F52D1}" type="pres">
      <dgm:prSet presAssocID="{73D947E0-108F-4D20-A71E-3CF329F97212}" presName="composite" presStyleCnt="0"/>
      <dgm:spPr/>
    </dgm:pt>
    <dgm:pt modelId="{BDBD7220-3F85-45D2-BED6-5BBFBC23EAE3}" type="pres">
      <dgm:prSet presAssocID="{73D947E0-108F-4D20-A71E-3CF329F97212}" presName="parTx" presStyleLbl="alignNode1" presStyleIdx="0" presStyleCnt="4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22359DD7-1BFB-4900-BAE6-6084F2F57988}" type="pres">
      <dgm:prSet presAssocID="{73D947E0-108F-4D20-A71E-3CF329F97212}" presName="desTx" presStyleLbl="alignAccFollowNode1" presStyleIdx="0" presStyleCnt="4">
        <dgm:presLayoutVars/>
      </dgm:prSet>
      <dgm:spPr/>
      <dgm:t>
        <a:bodyPr/>
        <a:lstStyle/>
        <a:p>
          <a:endParaRPr lang="en-US"/>
        </a:p>
      </dgm:t>
    </dgm:pt>
    <dgm:pt modelId="{38C65349-0C40-499F-9765-B6F38C2DC3C3}" type="pres">
      <dgm:prSet presAssocID="{AE813459-65AB-4FA9-B717-330DDA6DFA4E}" presName="space" presStyleCnt="0"/>
      <dgm:spPr/>
    </dgm:pt>
    <dgm:pt modelId="{C6650FDC-3601-45F5-9125-6E3F90A53F8A}" type="pres">
      <dgm:prSet presAssocID="{B1AFA1AF-0FF8-45B3-A6D0-0E255A2F637D}" presName="composite" presStyleCnt="0"/>
      <dgm:spPr/>
    </dgm:pt>
    <dgm:pt modelId="{C4F84DEA-2002-4D32-8E80-70EEE05E345A}" type="pres">
      <dgm:prSet presAssocID="{B1AFA1AF-0FF8-45B3-A6D0-0E255A2F637D}" presName="parTx" presStyleLbl="alignNode1" presStyleIdx="1" presStyleCnt="4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4FEB85EB-D046-4CDB-8A62-BBCE260C4490}" type="pres">
      <dgm:prSet presAssocID="{B1AFA1AF-0FF8-45B3-A6D0-0E255A2F637D}" presName="desTx" presStyleLbl="alignAccFollowNode1" presStyleIdx="1" presStyleCnt="4">
        <dgm:presLayoutVars/>
      </dgm:prSet>
      <dgm:spPr/>
      <dgm:t>
        <a:bodyPr/>
        <a:lstStyle/>
        <a:p>
          <a:endParaRPr lang="en-US"/>
        </a:p>
      </dgm:t>
    </dgm:pt>
    <dgm:pt modelId="{BC0D5D92-ADAC-4951-9D04-C8DB50C49242}" type="pres">
      <dgm:prSet presAssocID="{88649F7A-400B-4056-965D-C9AC0B3AD942}" presName="space" presStyleCnt="0"/>
      <dgm:spPr/>
    </dgm:pt>
    <dgm:pt modelId="{1A3F4AB9-8763-4DB7-AF16-AF850054E7DA}" type="pres">
      <dgm:prSet presAssocID="{879C0956-5E84-4EE5-964C-AFA28A59D23B}" presName="composite" presStyleCnt="0"/>
      <dgm:spPr/>
    </dgm:pt>
    <dgm:pt modelId="{64C3E9AC-963B-494F-927E-2F29CD771800}" type="pres">
      <dgm:prSet presAssocID="{879C0956-5E84-4EE5-964C-AFA28A59D23B}" presName="parTx" presStyleLbl="alignNode1" presStyleIdx="2" presStyleCnt="4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1F56545F-A1F8-442D-BCEE-77EDDA9FA8AC}" type="pres">
      <dgm:prSet presAssocID="{879C0956-5E84-4EE5-964C-AFA28A59D23B}" presName="desTx" presStyleLbl="alignAccFollowNode1" presStyleIdx="2" presStyleCnt="4">
        <dgm:presLayoutVars/>
      </dgm:prSet>
      <dgm:spPr/>
      <dgm:t>
        <a:bodyPr/>
        <a:lstStyle/>
        <a:p>
          <a:endParaRPr lang="en-US"/>
        </a:p>
      </dgm:t>
    </dgm:pt>
    <dgm:pt modelId="{664232DC-A98D-458B-80C5-C73FC88945DA}" type="pres">
      <dgm:prSet presAssocID="{C20801E7-0BA1-44EA-8D58-EA3DAAA21383}" presName="space" presStyleCnt="0"/>
      <dgm:spPr/>
    </dgm:pt>
    <dgm:pt modelId="{9DD08190-085A-4EA4-974E-B91C23D5AF4D}" type="pres">
      <dgm:prSet presAssocID="{514DB747-DEB6-4D63-B436-EB45BD8EC11F}" presName="composite" presStyleCnt="0"/>
      <dgm:spPr/>
    </dgm:pt>
    <dgm:pt modelId="{0AE94B95-F51D-4FD4-B2F8-10D18A73C542}" type="pres">
      <dgm:prSet presAssocID="{514DB747-DEB6-4D63-B436-EB45BD8EC11F}" presName="parTx" presStyleLbl="alignNode1" presStyleIdx="3" presStyleCnt="4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DE43D696-4029-4129-97F3-EFBA95505795}" type="pres">
      <dgm:prSet presAssocID="{514DB747-DEB6-4D63-B436-EB45BD8EC11F}" presName="desTx" presStyleLbl="alignAccFollowNode1" presStyleIdx="3" presStyleCnt="4">
        <dgm:presLayoutVars/>
      </dgm:prSet>
      <dgm:spPr/>
      <dgm:t>
        <a:bodyPr/>
        <a:lstStyle/>
        <a:p>
          <a:endParaRPr lang="en-US"/>
        </a:p>
      </dgm:t>
    </dgm:pt>
  </dgm:ptLst>
  <dgm:cxnLst>
    <dgm:cxn modelId="{31826907-E438-4A1B-A800-F181C547104F}" type="presOf" srcId="{30A490C8-22B4-4D68-875C-0F0DE2FF864D}" destId="{22359DD7-1BFB-4900-BAE6-6084F2F57988}" srcOrd="0" destOrd="0" presId="urn:microsoft.com/office/officeart/2016/7/layout/HorizontalActionList"/>
    <dgm:cxn modelId="{A0077D09-C12C-46D0-8DF7-194B6911362A}" srcId="{0DD8915E-DC14-41D6-9BB5-F49E1C265163}" destId="{73D947E0-108F-4D20-A71E-3CF329F97212}" srcOrd="0" destOrd="0" parTransId="{9D249532-A24D-4D8F-848A-9F42F2E486C9}" sibTransId="{AE813459-65AB-4FA9-B717-330DDA6DFA4E}"/>
    <dgm:cxn modelId="{B7F6ED6E-855A-4A7B-AE18-3BD04546002C}" type="presOf" srcId="{B1AFA1AF-0FF8-45B3-A6D0-0E255A2F637D}" destId="{C4F84DEA-2002-4D32-8E80-70EEE05E345A}" srcOrd="0" destOrd="0" presId="urn:microsoft.com/office/officeart/2016/7/layout/HorizontalActionList"/>
    <dgm:cxn modelId="{F28D7702-2FC3-49BD-BB13-C989E5EE622A}" srcId="{0DD8915E-DC14-41D6-9BB5-F49E1C265163}" destId="{B1AFA1AF-0FF8-45B3-A6D0-0E255A2F637D}" srcOrd="1" destOrd="0" parTransId="{10C68AF5-481C-45AA-A216-8BBBB04515B9}" sibTransId="{88649F7A-400B-4056-965D-C9AC0B3AD942}"/>
    <dgm:cxn modelId="{BE17FC1B-17AD-4E68-ACE3-9D7D7EBBCCD3}" type="presOf" srcId="{514DB747-DEB6-4D63-B436-EB45BD8EC11F}" destId="{0AE94B95-F51D-4FD4-B2F8-10D18A73C542}" srcOrd="0" destOrd="0" presId="urn:microsoft.com/office/officeart/2016/7/layout/HorizontalActionList"/>
    <dgm:cxn modelId="{77A55366-077C-403B-A9E1-B9C6B5CA3288}" type="presOf" srcId="{73D947E0-108F-4D20-A71E-3CF329F97212}" destId="{BDBD7220-3F85-45D2-BED6-5BBFBC23EAE3}" srcOrd="0" destOrd="0" presId="urn:microsoft.com/office/officeart/2016/7/layout/HorizontalActionList"/>
    <dgm:cxn modelId="{7A1F1848-C17F-424E-9C46-1C89F641438A}" type="presOf" srcId="{7AC731F0-092D-4866-8740-534F4E9516AE}" destId="{1F56545F-A1F8-442D-BCEE-77EDDA9FA8AC}" srcOrd="0" destOrd="0" presId="urn:microsoft.com/office/officeart/2016/7/layout/HorizontalActionList"/>
    <dgm:cxn modelId="{381FE1CC-8184-4745-8EB3-6DE11655998D}" srcId="{73D947E0-108F-4D20-A71E-3CF329F97212}" destId="{30A490C8-22B4-4D68-875C-0F0DE2FF864D}" srcOrd="0" destOrd="0" parTransId="{035C64B0-4F0C-4FD1-BD23-B1D4C9887CBE}" sibTransId="{45495DA8-8707-41E3-A12B-FA5766269C44}"/>
    <dgm:cxn modelId="{BF1349D4-34AE-476D-8D7B-F3ABAB74304F}" type="presOf" srcId="{50418D2B-9486-42DE-AFDD-1D31420040FF}" destId="{4FEB85EB-D046-4CDB-8A62-BBCE260C4490}" srcOrd="0" destOrd="0" presId="urn:microsoft.com/office/officeart/2016/7/layout/HorizontalActionList"/>
    <dgm:cxn modelId="{3DA3A240-A6C4-4975-B2D0-1DE15C15503D}" type="presOf" srcId="{879C0956-5E84-4EE5-964C-AFA28A59D23B}" destId="{64C3E9AC-963B-494F-927E-2F29CD771800}" srcOrd="0" destOrd="0" presId="urn:microsoft.com/office/officeart/2016/7/layout/HorizontalActionList"/>
    <dgm:cxn modelId="{5A5BA622-5DEB-48B9-88D9-C1DE36C711E5}" srcId="{B1AFA1AF-0FF8-45B3-A6D0-0E255A2F637D}" destId="{50418D2B-9486-42DE-AFDD-1D31420040FF}" srcOrd="0" destOrd="0" parTransId="{D5A17F6B-93F5-442B-938A-0F38C281BE88}" sibTransId="{1D87A0A5-8024-4710-846B-D5BFAC785107}"/>
    <dgm:cxn modelId="{549258AA-43CD-45B0-B6E0-25D2A0674F13}" type="presOf" srcId="{807D9A66-823C-457D-BCC3-1D79AD532419}" destId="{DE43D696-4029-4129-97F3-EFBA95505795}" srcOrd="0" destOrd="0" presId="urn:microsoft.com/office/officeart/2016/7/layout/HorizontalActionList"/>
    <dgm:cxn modelId="{13B90008-C490-4D6A-8513-37F91DAA9EE3}" srcId="{0DD8915E-DC14-41D6-9BB5-F49E1C265163}" destId="{514DB747-DEB6-4D63-B436-EB45BD8EC11F}" srcOrd="3" destOrd="0" parTransId="{25F6829B-2FC1-46A2-AA9B-E450F0ADDABD}" sibTransId="{898FD7F2-DE9F-44E7-A23B-E4329B8D15D8}"/>
    <dgm:cxn modelId="{8195104C-228D-43D6-A1E7-881E9958045C}" srcId="{879C0956-5E84-4EE5-964C-AFA28A59D23B}" destId="{7AC731F0-092D-4866-8740-534F4E9516AE}" srcOrd="0" destOrd="0" parTransId="{785F87E2-766C-482D-979A-A1989299CD9D}" sibTransId="{30462DDF-9224-4F06-8A28-52E64661366B}"/>
    <dgm:cxn modelId="{825BC9D8-F515-4FBF-8CF8-23CD32968E1D}" type="presOf" srcId="{0DD8915E-DC14-41D6-9BB5-F49E1C265163}" destId="{E4B4F7C4-5024-45F0-9FD7-C5068A1AE6C4}" srcOrd="0" destOrd="0" presId="urn:microsoft.com/office/officeart/2016/7/layout/HorizontalActionList"/>
    <dgm:cxn modelId="{8ECC85C6-4C53-455F-A43C-523404FF7F7F}" srcId="{514DB747-DEB6-4D63-B436-EB45BD8EC11F}" destId="{807D9A66-823C-457D-BCC3-1D79AD532419}" srcOrd="0" destOrd="0" parTransId="{6A80A653-DDEA-4BD7-9D9C-1D4C91027FC7}" sibTransId="{54506DA0-56AA-4E16-8A61-98EC5D6CEC5E}"/>
    <dgm:cxn modelId="{5F0307F5-00C6-4145-B6B2-C2415EF16EE4}" srcId="{0DD8915E-DC14-41D6-9BB5-F49E1C265163}" destId="{879C0956-5E84-4EE5-964C-AFA28A59D23B}" srcOrd="2" destOrd="0" parTransId="{38CA42E6-1479-42AB-8D2B-76A07BE7289F}" sibTransId="{C20801E7-0BA1-44EA-8D58-EA3DAAA21383}"/>
    <dgm:cxn modelId="{E9D2B9D9-3B26-471C-AF45-E02D1C258CD3}" type="presParOf" srcId="{E4B4F7C4-5024-45F0-9FD7-C5068A1AE6C4}" destId="{473E2436-1BC1-4A6C-8568-5C38418F52D1}" srcOrd="0" destOrd="0" presId="urn:microsoft.com/office/officeart/2016/7/layout/HorizontalActionList"/>
    <dgm:cxn modelId="{A151C920-5872-4C88-8534-922E9C800B9B}" type="presParOf" srcId="{473E2436-1BC1-4A6C-8568-5C38418F52D1}" destId="{BDBD7220-3F85-45D2-BED6-5BBFBC23EAE3}" srcOrd="0" destOrd="0" presId="urn:microsoft.com/office/officeart/2016/7/layout/HorizontalActionList"/>
    <dgm:cxn modelId="{45373909-AB37-4D9A-936C-DC8447BC111D}" type="presParOf" srcId="{473E2436-1BC1-4A6C-8568-5C38418F52D1}" destId="{22359DD7-1BFB-4900-BAE6-6084F2F57988}" srcOrd="1" destOrd="0" presId="urn:microsoft.com/office/officeart/2016/7/layout/HorizontalActionList"/>
    <dgm:cxn modelId="{CFC7E7C1-85BC-47FC-BC11-D0BACA8440B9}" type="presParOf" srcId="{E4B4F7C4-5024-45F0-9FD7-C5068A1AE6C4}" destId="{38C65349-0C40-499F-9765-B6F38C2DC3C3}" srcOrd="1" destOrd="0" presId="urn:microsoft.com/office/officeart/2016/7/layout/HorizontalActionList"/>
    <dgm:cxn modelId="{86FF1107-69E9-4310-A0D8-2BF61292A72B}" type="presParOf" srcId="{E4B4F7C4-5024-45F0-9FD7-C5068A1AE6C4}" destId="{C6650FDC-3601-45F5-9125-6E3F90A53F8A}" srcOrd="2" destOrd="0" presId="urn:microsoft.com/office/officeart/2016/7/layout/HorizontalActionList"/>
    <dgm:cxn modelId="{1C7F1C64-2F3D-4695-A56C-92B1B848B0C2}" type="presParOf" srcId="{C6650FDC-3601-45F5-9125-6E3F90A53F8A}" destId="{C4F84DEA-2002-4D32-8E80-70EEE05E345A}" srcOrd="0" destOrd="0" presId="urn:microsoft.com/office/officeart/2016/7/layout/HorizontalActionList"/>
    <dgm:cxn modelId="{DC59A3FF-666D-48A7-B3BE-98A9F829402D}" type="presParOf" srcId="{C6650FDC-3601-45F5-9125-6E3F90A53F8A}" destId="{4FEB85EB-D046-4CDB-8A62-BBCE260C4490}" srcOrd="1" destOrd="0" presId="urn:microsoft.com/office/officeart/2016/7/layout/HorizontalActionList"/>
    <dgm:cxn modelId="{965E2780-6ED5-43DE-8D13-3B3A036A90D2}" type="presParOf" srcId="{E4B4F7C4-5024-45F0-9FD7-C5068A1AE6C4}" destId="{BC0D5D92-ADAC-4951-9D04-C8DB50C49242}" srcOrd="3" destOrd="0" presId="urn:microsoft.com/office/officeart/2016/7/layout/HorizontalActionList"/>
    <dgm:cxn modelId="{79218256-82C2-42B1-9666-A770D7A60589}" type="presParOf" srcId="{E4B4F7C4-5024-45F0-9FD7-C5068A1AE6C4}" destId="{1A3F4AB9-8763-4DB7-AF16-AF850054E7DA}" srcOrd="4" destOrd="0" presId="urn:microsoft.com/office/officeart/2016/7/layout/HorizontalActionList"/>
    <dgm:cxn modelId="{6FDB91AB-C8ED-49DF-B37E-C33EFAD240AE}" type="presParOf" srcId="{1A3F4AB9-8763-4DB7-AF16-AF850054E7DA}" destId="{64C3E9AC-963B-494F-927E-2F29CD771800}" srcOrd="0" destOrd="0" presId="urn:microsoft.com/office/officeart/2016/7/layout/HorizontalActionList"/>
    <dgm:cxn modelId="{2A1CEFF4-6D82-43B6-9BC2-0E615AC8EA19}" type="presParOf" srcId="{1A3F4AB9-8763-4DB7-AF16-AF850054E7DA}" destId="{1F56545F-A1F8-442D-BCEE-77EDDA9FA8AC}" srcOrd="1" destOrd="0" presId="urn:microsoft.com/office/officeart/2016/7/layout/HorizontalActionList"/>
    <dgm:cxn modelId="{FF6F34B6-AB4E-42E7-B83C-EA8B23C46588}" type="presParOf" srcId="{E4B4F7C4-5024-45F0-9FD7-C5068A1AE6C4}" destId="{664232DC-A98D-458B-80C5-C73FC88945DA}" srcOrd="5" destOrd="0" presId="urn:microsoft.com/office/officeart/2016/7/layout/HorizontalActionList"/>
    <dgm:cxn modelId="{7C86EBC7-BFE9-4FC5-8C65-B9B865B62384}" type="presParOf" srcId="{E4B4F7C4-5024-45F0-9FD7-C5068A1AE6C4}" destId="{9DD08190-085A-4EA4-974E-B91C23D5AF4D}" srcOrd="6" destOrd="0" presId="urn:microsoft.com/office/officeart/2016/7/layout/HorizontalActionList"/>
    <dgm:cxn modelId="{94B1947F-E0A3-4373-B78A-65E9FF2439F7}" type="presParOf" srcId="{9DD08190-085A-4EA4-974E-B91C23D5AF4D}" destId="{0AE94B95-F51D-4FD4-B2F8-10D18A73C542}" srcOrd="0" destOrd="0" presId="urn:microsoft.com/office/officeart/2016/7/layout/HorizontalActionList"/>
    <dgm:cxn modelId="{32E99DA0-2581-447C-BCDD-DFCE6EE175E6}" type="presParOf" srcId="{9DD08190-085A-4EA4-974E-B91C23D5AF4D}" destId="{DE43D696-4029-4129-97F3-EFBA95505795}" srcOrd="1" destOrd="0" presId="urn:microsoft.com/office/officeart/2016/7/layout/HorizontalAc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DBD7220-3F85-45D2-BED6-5BBFBC23EAE3}">
      <dsp:nvSpPr>
        <dsp:cNvPr id="0" name=""/>
        <dsp:cNvSpPr/>
      </dsp:nvSpPr>
      <dsp:spPr>
        <a:xfrm>
          <a:off x="8634" y="748982"/>
          <a:ext cx="2013350" cy="60400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9099" tIns="159099" rIns="159099" bIns="159099" numCol="1" spcCol="1270" anchor="ctr" anchorCtr="0">
          <a:noAutofit/>
        </a:bodyPr>
        <a:lstStyle/>
        <a:p>
          <a:pPr marL="0" lvl="0" indent="0" algn="ctr" defTabSz="914400" rtl="0" eaLnBrk="1" latinLnBrk="0" hangingPunct="1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600" kern="1200" spc="150" baseline="0" dirty="0">
              <a:solidFill>
                <a:schemeClr val="tx1"/>
              </a:solidFill>
              <a:latin typeface="+mj-lt"/>
              <a:ea typeface="+mj-ea"/>
              <a:cs typeface="+mj-cs"/>
            </a:rPr>
            <a:t>SIMPLEX</a:t>
          </a:r>
        </a:p>
      </dsp:txBody>
      <dsp:txXfrm>
        <a:off x="8634" y="748982"/>
        <a:ext cx="2013350" cy="604005"/>
      </dsp:txXfrm>
    </dsp:sp>
    <dsp:sp modelId="{22359DD7-1BFB-4900-BAE6-6084F2F57988}">
      <dsp:nvSpPr>
        <dsp:cNvPr id="0" name=""/>
        <dsp:cNvSpPr/>
      </dsp:nvSpPr>
      <dsp:spPr>
        <a:xfrm>
          <a:off x="8634" y="1352987"/>
          <a:ext cx="2013350" cy="164294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8874" tIns="198874" rIns="198874" bIns="198874" numCol="1" spcCol="1270" anchor="t" anchorCtr="0">
          <a:noAutofit/>
        </a:bodyPr>
        <a:lstStyle/>
        <a:p>
          <a:pPr marL="0" lvl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spc="50" baseline="0" dirty="0">
              <a:latin typeface="+mn-lt"/>
            </a:rPr>
            <a:t>Transceiver to transceiver with no repeater in the middle</a:t>
          </a:r>
        </a:p>
      </dsp:txBody>
      <dsp:txXfrm>
        <a:off x="8634" y="1352987"/>
        <a:ext cx="2013350" cy="1642942"/>
      </dsp:txXfrm>
    </dsp:sp>
    <dsp:sp modelId="{C4F84DEA-2002-4D32-8E80-70EEE05E345A}">
      <dsp:nvSpPr>
        <dsp:cNvPr id="0" name=""/>
        <dsp:cNvSpPr/>
      </dsp:nvSpPr>
      <dsp:spPr>
        <a:xfrm>
          <a:off x="2129879" y="748982"/>
          <a:ext cx="2013350" cy="60400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9099" tIns="159099" rIns="159099" bIns="159099" numCol="1" spcCol="1270" anchor="ctr" anchorCtr="0">
          <a:noAutofit/>
        </a:bodyPr>
        <a:lstStyle/>
        <a:p>
          <a:pPr marL="0"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spc="150" baseline="0" dirty="0">
              <a:solidFill>
                <a:prstClr val="black"/>
              </a:solidFill>
              <a:latin typeface="Tenorite"/>
              <a:ea typeface="+mn-ea"/>
              <a:cs typeface="+mn-cs"/>
            </a:rPr>
            <a:t>LOCAL CQ</a:t>
          </a:r>
        </a:p>
      </dsp:txBody>
      <dsp:txXfrm>
        <a:off x="2129879" y="748982"/>
        <a:ext cx="2013350" cy="604005"/>
      </dsp:txXfrm>
    </dsp:sp>
    <dsp:sp modelId="{4FEB85EB-D046-4CDB-8A62-BBCE260C4490}">
      <dsp:nvSpPr>
        <dsp:cNvPr id="0" name=""/>
        <dsp:cNvSpPr/>
      </dsp:nvSpPr>
      <dsp:spPr>
        <a:xfrm>
          <a:off x="2129879" y="1352987"/>
          <a:ext cx="2013350" cy="164294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8874" tIns="198874" rIns="198874" bIns="198874" numCol="1" spcCol="1270" anchor="t" anchorCtr="0">
          <a:noAutofit/>
        </a:bodyPr>
        <a:lstStyle/>
        <a:p>
          <a:pPr marL="0" lvl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spc="50" baseline="0" dirty="0">
              <a:latin typeface="+mn-lt"/>
            </a:rPr>
            <a:t>Local repeater discussion, without use of Internet gateway</a:t>
          </a:r>
        </a:p>
      </dsp:txBody>
      <dsp:txXfrm>
        <a:off x="2129879" y="1352987"/>
        <a:ext cx="2013350" cy="1642942"/>
      </dsp:txXfrm>
    </dsp:sp>
    <dsp:sp modelId="{49B7F8FA-D256-41EF-9327-52A3551D9A60}">
      <dsp:nvSpPr>
        <dsp:cNvPr id="0" name=""/>
        <dsp:cNvSpPr/>
      </dsp:nvSpPr>
      <dsp:spPr>
        <a:xfrm>
          <a:off x="4251124" y="748982"/>
          <a:ext cx="2013350" cy="60400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9099" tIns="159099" rIns="159099" bIns="159099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spc="150" baseline="0" dirty="0">
              <a:solidFill>
                <a:prstClr val="black"/>
              </a:solidFill>
              <a:latin typeface="Tenorite"/>
              <a:ea typeface="+mn-ea"/>
              <a:cs typeface="+mn-cs"/>
            </a:rPr>
            <a:t>GATEWAY CQ</a:t>
          </a:r>
        </a:p>
      </dsp:txBody>
      <dsp:txXfrm>
        <a:off x="4251124" y="748982"/>
        <a:ext cx="2013350" cy="604005"/>
      </dsp:txXfrm>
    </dsp:sp>
    <dsp:sp modelId="{6B5FE59C-B471-448A-AA7A-B526DCC4D4CA}">
      <dsp:nvSpPr>
        <dsp:cNvPr id="0" name=""/>
        <dsp:cNvSpPr/>
      </dsp:nvSpPr>
      <dsp:spPr>
        <a:xfrm>
          <a:off x="4251124" y="1352987"/>
          <a:ext cx="2013350" cy="164294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8874" tIns="198874" rIns="198874" bIns="198874" numCol="1" spcCol="1270" anchor="t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spc="50" baseline="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Tenorite"/>
              <a:ea typeface="+mn-ea"/>
              <a:cs typeface="+mn-cs"/>
            </a:rPr>
            <a:t>Repeater to repeater discussions</a:t>
          </a:r>
        </a:p>
      </dsp:txBody>
      <dsp:txXfrm>
        <a:off x="4251124" y="1352987"/>
        <a:ext cx="2013350" cy="1642942"/>
      </dsp:txXfrm>
    </dsp:sp>
    <dsp:sp modelId="{4132ECB1-6BEF-4935-AFA3-B2EAA48FDE7E}">
      <dsp:nvSpPr>
        <dsp:cNvPr id="0" name=""/>
        <dsp:cNvSpPr/>
      </dsp:nvSpPr>
      <dsp:spPr>
        <a:xfrm>
          <a:off x="6372369" y="748982"/>
          <a:ext cx="2013350" cy="60400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9099" tIns="159099" rIns="159099" bIns="159099" numCol="1" spcCol="1270" anchor="ctr" anchorCtr="0">
          <a:noAutofit/>
        </a:bodyPr>
        <a:lstStyle/>
        <a:p>
          <a:pPr marL="0"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spc="150" baseline="0" dirty="0">
              <a:solidFill>
                <a:prstClr val="black"/>
              </a:solidFill>
              <a:latin typeface="Tenorite"/>
              <a:ea typeface="+mn-ea"/>
              <a:cs typeface="+mn-cs"/>
            </a:rPr>
            <a:t>REFLECTORS</a:t>
          </a:r>
        </a:p>
      </dsp:txBody>
      <dsp:txXfrm>
        <a:off x="6372369" y="748982"/>
        <a:ext cx="2013350" cy="604005"/>
      </dsp:txXfrm>
    </dsp:sp>
    <dsp:sp modelId="{C42A8BDE-B838-475D-AFDE-17B60D744AB6}">
      <dsp:nvSpPr>
        <dsp:cNvPr id="0" name=""/>
        <dsp:cNvSpPr/>
      </dsp:nvSpPr>
      <dsp:spPr>
        <a:xfrm>
          <a:off x="6372369" y="1352987"/>
          <a:ext cx="2013350" cy="164294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8874" tIns="198874" rIns="198874" bIns="198874" numCol="1" spcCol="1270" anchor="t" anchorCtr="0">
          <a:noAutofit/>
        </a:bodyPr>
        <a:lstStyle/>
        <a:p>
          <a:pPr marL="0" lvl="0" indent="0" algn="l" defTabSz="66675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spc="50" baseline="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Tenorite"/>
              <a:ea typeface="+mn-ea"/>
              <a:cs typeface="+mn-cs"/>
            </a:rPr>
            <a:t>Like a chatroom for a local, regional, or global audience</a:t>
          </a:r>
        </a:p>
      </dsp:txBody>
      <dsp:txXfrm>
        <a:off x="6372369" y="1352987"/>
        <a:ext cx="2013350" cy="1642942"/>
      </dsp:txXfrm>
    </dsp:sp>
    <dsp:sp modelId="{59606EB9-9F10-4D12-A33F-A242FDCC0D0F}">
      <dsp:nvSpPr>
        <dsp:cNvPr id="0" name=""/>
        <dsp:cNvSpPr/>
      </dsp:nvSpPr>
      <dsp:spPr>
        <a:xfrm>
          <a:off x="8493615" y="748982"/>
          <a:ext cx="2013350" cy="60400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9099" tIns="159099" rIns="159099" bIns="159099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spc="150" baseline="0" dirty="0">
              <a:solidFill>
                <a:prstClr val="black"/>
              </a:solidFill>
              <a:latin typeface="Tenorite"/>
              <a:ea typeface="+mn-ea"/>
              <a:cs typeface="+mn-cs"/>
            </a:rPr>
            <a:t>HOTSPOTS</a:t>
          </a:r>
        </a:p>
      </dsp:txBody>
      <dsp:txXfrm>
        <a:off x="8493615" y="748982"/>
        <a:ext cx="2013350" cy="604005"/>
      </dsp:txXfrm>
    </dsp:sp>
    <dsp:sp modelId="{C8429E68-36DD-4F6A-A2F4-7CCDADCEFAD1}">
      <dsp:nvSpPr>
        <dsp:cNvPr id="0" name=""/>
        <dsp:cNvSpPr/>
      </dsp:nvSpPr>
      <dsp:spPr>
        <a:xfrm>
          <a:off x="8493615" y="1352987"/>
          <a:ext cx="2013350" cy="164294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2880" tIns="182880" rIns="182880" bIns="182880" numCol="1" spcCol="1270" anchor="t" anchorCtr="0">
          <a:noAutofit/>
        </a:bodyPr>
        <a:lstStyle/>
        <a:p>
          <a:pPr marL="0" lvl="0" indent="0" algn="l" defTabSz="66675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spc="50" baseline="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Tenorite"/>
              <a:ea typeface="+mn-ea"/>
              <a:cs typeface="+mn-cs"/>
            </a:rPr>
            <a:t>A D-STAR mini-repeater that connects your station to gateways or reflectors</a:t>
          </a:r>
        </a:p>
      </dsp:txBody>
      <dsp:txXfrm>
        <a:off x="8493615" y="1352987"/>
        <a:ext cx="2013350" cy="164294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DBD7220-3F85-45D2-BED6-5BBFBC23EAE3}">
      <dsp:nvSpPr>
        <dsp:cNvPr id="0" name=""/>
        <dsp:cNvSpPr/>
      </dsp:nvSpPr>
      <dsp:spPr>
        <a:xfrm>
          <a:off x="10610" y="40269"/>
          <a:ext cx="2762371" cy="82871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8289" tIns="218289" rIns="218289" bIns="218289" numCol="1" spcCol="1270" anchor="ctr" anchorCtr="0">
          <a:noAutofit/>
        </a:bodyPr>
        <a:lstStyle/>
        <a:p>
          <a:pPr marL="0" lvl="0" indent="0" algn="ctr" defTabSz="914400" rtl="0" eaLnBrk="1" latinLnBrk="0" hangingPunct="1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600" kern="1200" spc="150" baseline="0" dirty="0">
              <a:solidFill>
                <a:schemeClr val="tx1"/>
              </a:solidFill>
              <a:latin typeface="+mj-lt"/>
              <a:ea typeface="+mj-ea"/>
              <a:cs typeface="+mj-cs"/>
            </a:rPr>
            <a:t>W8CMH B/C</a:t>
          </a:r>
        </a:p>
      </dsp:txBody>
      <dsp:txXfrm>
        <a:off x="10610" y="40269"/>
        <a:ext cx="2762371" cy="828711"/>
      </dsp:txXfrm>
    </dsp:sp>
    <dsp:sp modelId="{22359DD7-1BFB-4900-BAE6-6084F2F57988}">
      <dsp:nvSpPr>
        <dsp:cNvPr id="0" name=""/>
        <dsp:cNvSpPr/>
      </dsp:nvSpPr>
      <dsp:spPr>
        <a:xfrm>
          <a:off x="10610" y="868980"/>
          <a:ext cx="2762371" cy="283566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2861" tIns="272861" rIns="272861" bIns="272861" numCol="1" spcCol="1270" anchor="t" anchorCtr="0">
          <a:noAutofit/>
        </a:bodyPr>
        <a:lstStyle/>
        <a:p>
          <a:pPr marL="0" lvl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spc="50" baseline="0" dirty="0">
              <a:latin typeface="+mn-lt"/>
            </a:rPr>
            <a:t>Repeater Detail</a:t>
          </a:r>
          <a:br>
            <a:rPr lang="en-US" sz="1400" kern="1200" spc="50" baseline="0" dirty="0">
              <a:latin typeface="+mn-lt"/>
            </a:rPr>
          </a:br>
          <a:r>
            <a:rPr lang="en-US" sz="1400" kern="1200" dirty="0">
              <a:hlinkClick xmlns:r="http://schemas.openxmlformats.org/officeDocument/2006/relationships" r:id="rId1"/>
            </a:rPr>
            <a:t>http://www.dstarusers.org/viewrepeater.php?system=W8CMH</a:t>
          </a:r>
          <a:endParaRPr lang="en-US" sz="1400" kern="1200" dirty="0"/>
        </a:p>
        <a:p>
          <a:pPr marL="0" lvl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en-US" sz="1400" kern="1200" spc="50" baseline="0" dirty="0">
            <a:latin typeface="+mn-lt"/>
          </a:endParaRPr>
        </a:p>
        <a:p>
          <a:pPr marL="0" lvl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spc="50" baseline="0" dirty="0">
              <a:latin typeface="+mn-lt"/>
            </a:rPr>
            <a:t>DPLUS Dashboard</a:t>
          </a:r>
          <a:br>
            <a:rPr lang="en-US" sz="1400" kern="1200" spc="50" baseline="0" dirty="0">
              <a:latin typeface="+mn-lt"/>
            </a:rPr>
          </a:br>
          <a:r>
            <a:rPr lang="en-US" sz="1400" kern="1200" spc="50" baseline="0" dirty="0">
              <a:latin typeface="+mn-lt"/>
              <a:hlinkClick xmlns:r="http://schemas.openxmlformats.org/officeDocument/2006/relationships" r:id="rId2"/>
            </a:rPr>
            <a:t>https://w8cmh.no-ip.org/</a:t>
          </a:r>
          <a:r>
            <a:rPr lang="en-US" sz="1400" kern="1200" spc="50" baseline="0" dirty="0">
              <a:latin typeface="+mn-lt"/>
            </a:rPr>
            <a:t> (</a:t>
          </a:r>
          <a:r>
            <a:rPr lang="en-US" sz="1400" i="1" kern="1200" spc="50" baseline="0" dirty="0">
              <a:latin typeface="+mn-lt"/>
            </a:rPr>
            <a:t>Gateway Temporarily Offline</a:t>
          </a:r>
          <a:r>
            <a:rPr lang="en-US" sz="1400" kern="1200" spc="50" baseline="0" dirty="0">
              <a:latin typeface="+mn-lt"/>
            </a:rPr>
            <a:t>)</a:t>
          </a:r>
        </a:p>
        <a:p>
          <a:pPr marL="0" lvl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en-US" sz="1400" kern="1200" spc="50" baseline="0" dirty="0">
            <a:latin typeface="+mn-lt"/>
          </a:endParaRPr>
        </a:p>
      </dsp:txBody>
      <dsp:txXfrm>
        <a:off x="10610" y="868980"/>
        <a:ext cx="2762371" cy="2835662"/>
      </dsp:txXfrm>
    </dsp:sp>
    <dsp:sp modelId="{C4F84DEA-2002-4D32-8E80-70EEE05E345A}">
      <dsp:nvSpPr>
        <dsp:cNvPr id="0" name=""/>
        <dsp:cNvSpPr/>
      </dsp:nvSpPr>
      <dsp:spPr>
        <a:xfrm>
          <a:off x="2880771" y="40269"/>
          <a:ext cx="2762371" cy="82871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8289" tIns="218289" rIns="218289" bIns="218289" numCol="1" spcCol="1270" anchor="ctr" anchorCtr="0">
          <a:noAutofit/>
        </a:bodyPr>
        <a:lstStyle/>
        <a:p>
          <a:pPr marL="0"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spc="150" baseline="0" dirty="0">
              <a:solidFill>
                <a:prstClr val="black"/>
              </a:solidFill>
              <a:latin typeface="Tenorite"/>
              <a:ea typeface="+mn-ea"/>
              <a:cs typeface="+mn-cs"/>
            </a:rPr>
            <a:t>W8DIG A/B/C</a:t>
          </a:r>
        </a:p>
      </dsp:txBody>
      <dsp:txXfrm>
        <a:off x="2880771" y="40269"/>
        <a:ext cx="2762371" cy="828711"/>
      </dsp:txXfrm>
    </dsp:sp>
    <dsp:sp modelId="{4FEB85EB-D046-4CDB-8A62-BBCE260C4490}">
      <dsp:nvSpPr>
        <dsp:cNvPr id="0" name=""/>
        <dsp:cNvSpPr/>
      </dsp:nvSpPr>
      <dsp:spPr>
        <a:xfrm>
          <a:off x="2880771" y="868980"/>
          <a:ext cx="2762371" cy="283566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2861" tIns="272861" rIns="272861" bIns="272861" numCol="1" spcCol="1270" anchor="t" anchorCtr="0">
          <a:noAutofit/>
        </a:bodyPr>
        <a:lstStyle/>
        <a:p>
          <a:pPr marL="0" lvl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spc="50" baseline="0" dirty="0">
              <a:latin typeface="+mn-lt"/>
            </a:rPr>
            <a:t>Repeater Detail</a:t>
          </a:r>
          <a:r>
            <a:rPr lang="en-US" sz="1400" kern="1200" spc="50" baseline="0" dirty="0">
              <a:latin typeface="+mn-lt"/>
              <a:hlinkClick xmlns:r="http://schemas.openxmlformats.org/officeDocument/2006/relationships" r:id="rId3"/>
            </a:rPr>
            <a:t/>
          </a:r>
          <a:br>
            <a:rPr lang="en-US" sz="1400" kern="1200" spc="50" baseline="0" dirty="0">
              <a:latin typeface="+mn-lt"/>
              <a:hlinkClick xmlns:r="http://schemas.openxmlformats.org/officeDocument/2006/relationships" r:id="rId3"/>
            </a:rPr>
          </a:br>
          <a:r>
            <a:rPr lang="en-US" sz="1400" kern="1200" spc="50" baseline="0" dirty="0">
              <a:latin typeface="+mn-lt"/>
              <a:hlinkClick xmlns:r="http://schemas.openxmlformats.org/officeDocument/2006/relationships" r:id="rId3"/>
            </a:rPr>
            <a:t>https://www.dstarusers.org/viewrepeater.php?system=W8DIG</a:t>
          </a:r>
          <a:endParaRPr lang="en-US" sz="1400" kern="1200" spc="50" baseline="0" dirty="0">
            <a:latin typeface="+mn-lt"/>
          </a:endParaRPr>
        </a:p>
        <a:p>
          <a:pPr marL="0" lvl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spc="50" baseline="0" dirty="0">
              <a:latin typeface="+mn-lt"/>
            </a:rPr>
            <a:t/>
          </a:r>
          <a:br>
            <a:rPr lang="en-US" sz="1400" kern="1200" spc="50" baseline="0" dirty="0">
              <a:latin typeface="+mn-lt"/>
            </a:rPr>
          </a:br>
          <a:r>
            <a:rPr lang="en-US" sz="1400" b="1" kern="1200" spc="50" baseline="0" dirty="0">
              <a:latin typeface="+mn-lt"/>
            </a:rPr>
            <a:t>NOTE:</a:t>
          </a:r>
          <a:r>
            <a:rPr lang="en-US" sz="1400" kern="1200" spc="50" baseline="0" dirty="0">
              <a:latin typeface="+mn-lt"/>
            </a:rPr>
            <a:t> </a:t>
          </a:r>
          <a:r>
            <a:rPr lang="en-US" sz="1400" i="1" kern="1200" spc="50" baseline="0" dirty="0">
              <a:latin typeface="+mn-lt"/>
            </a:rPr>
            <a:t>C-node voice seems to be outbound only</a:t>
          </a:r>
        </a:p>
      </dsp:txBody>
      <dsp:txXfrm>
        <a:off x="2880771" y="868980"/>
        <a:ext cx="2762371" cy="2835662"/>
      </dsp:txXfrm>
    </dsp:sp>
    <dsp:sp modelId="{64C3E9AC-963B-494F-927E-2F29CD771800}">
      <dsp:nvSpPr>
        <dsp:cNvPr id="0" name=""/>
        <dsp:cNvSpPr/>
      </dsp:nvSpPr>
      <dsp:spPr>
        <a:xfrm>
          <a:off x="5750931" y="40269"/>
          <a:ext cx="2762371" cy="82871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8289" tIns="218289" rIns="218289" bIns="218289" numCol="1" spcCol="1270" anchor="ctr" anchorCtr="0">
          <a:noAutofit/>
        </a:bodyPr>
        <a:lstStyle/>
        <a:p>
          <a:pPr marL="0" lvl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spc="150" baseline="0" dirty="0">
              <a:solidFill>
                <a:prstClr val="black"/>
              </a:solidFill>
              <a:latin typeface="Tenorite"/>
              <a:ea typeface="+mn-ea"/>
              <a:cs typeface="+mn-cs"/>
            </a:rPr>
            <a:t>W8LT B (Offline)</a:t>
          </a:r>
          <a:endParaRPr lang="en-US" sz="1600" i="1" kern="1200" spc="50" baseline="0" dirty="0">
            <a:latin typeface="+mn-lt"/>
          </a:endParaRPr>
        </a:p>
      </dsp:txBody>
      <dsp:txXfrm>
        <a:off x="5750931" y="40269"/>
        <a:ext cx="2762371" cy="828711"/>
      </dsp:txXfrm>
    </dsp:sp>
    <dsp:sp modelId="{1F56545F-A1F8-442D-BCEE-77EDDA9FA8AC}">
      <dsp:nvSpPr>
        <dsp:cNvPr id="0" name=""/>
        <dsp:cNvSpPr/>
      </dsp:nvSpPr>
      <dsp:spPr>
        <a:xfrm>
          <a:off x="5750931" y="868980"/>
          <a:ext cx="2762371" cy="283566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2861" tIns="272861" rIns="272861" bIns="272861" numCol="1" spcCol="1270" anchor="t" anchorCtr="0">
          <a:noAutofit/>
        </a:bodyPr>
        <a:lstStyle/>
        <a:p>
          <a:pPr marL="0" lvl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spc="50" baseline="0" dirty="0">
              <a:latin typeface="+mn-lt"/>
            </a:rPr>
            <a:t>Repeater Detail</a:t>
          </a:r>
          <a:r>
            <a:rPr lang="en-US" sz="1400" kern="1200" spc="50" baseline="0" dirty="0">
              <a:latin typeface="+mn-lt"/>
              <a:hlinkClick xmlns:r="http://schemas.openxmlformats.org/officeDocument/2006/relationships" r:id="rId3"/>
            </a:rPr>
            <a:t/>
          </a:r>
          <a:br>
            <a:rPr lang="en-US" sz="1400" kern="1200" spc="50" baseline="0" dirty="0">
              <a:latin typeface="+mn-lt"/>
              <a:hlinkClick xmlns:r="http://schemas.openxmlformats.org/officeDocument/2006/relationships" r:id="rId3"/>
            </a:rPr>
          </a:br>
          <a:r>
            <a:rPr lang="en-US" sz="1400" kern="1200" spc="50" baseline="0" dirty="0">
              <a:latin typeface="+mn-lt"/>
              <a:hlinkClick xmlns:r="http://schemas.openxmlformats.org/officeDocument/2006/relationships" r:id="rId3"/>
            </a:rPr>
            <a:t>https://www.dstarusers.org/viewrepeater.php?system=W8LT</a:t>
          </a:r>
          <a:endParaRPr lang="en-US" sz="1400" i="1" kern="1200" spc="50" baseline="0" dirty="0">
            <a:latin typeface="+mn-lt"/>
          </a:endParaRPr>
        </a:p>
      </dsp:txBody>
      <dsp:txXfrm>
        <a:off x="5750931" y="868980"/>
        <a:ext cx="2762371" cy="283566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DBD7220-3F85-45D2-BED6-5BBFBC23EAE3}">
      <dsp:nvSpPr>
        <dsp:cNvPr id="0" name=""/>
        <dsp:cNvSpPr/>
      </dsp:nvSpPr>
      <dsp:spPr>
        <a:xfrm>
          <a:off x="4482" y="748982"/>
          <a:ext cx="2047816" cy="61434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1823" tIns="161823" rIns="161823" bIns="161823" numCol="1" spcCol="1270" anchor="ctr" anchorCtr="0">
          <a:noAutofit/>
        </a:bodyPr>
        <a:lstStyle/>
        <a:p>
          <a:pPr marL="0" lvl="0" indent="0" algn="ctr" defTabSz="914400" rtl="0" eaLnBrk="1" latinLnBrk="0" hangingPunct="1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600" kern="1200" spc="150" baseline="0" dirty="0">
              <a:solidFill>
                <a:schemeClr val="tx1"/>
              </a:solidFill>
              <a:latin typeface="+mj-lt"/>
              <a:ea typeface="+mj-ea"/>
              <a:cs typeface="+mj-cs"/>
            </a:rPr>
            <a:t>REF001C</a:t>
          </a:r>
        </a:p>
      </dsp:txBody>
      <dsp:txXfrm>
        <a:off x="4482" y="748982"/>
        <a:ext cx="2047816" cy="614344"/>
      </dsp:txXfrm>
    </dsp:sp>
    <dsp:sp modelId="{22359DD7-1BFB-4900-BAE6-6084F2F57988}">
      <dsp:nvSpPr>
        <dsp:cNvPr id="0" name=""/>
        <dsp:cNvSpPr/>
      </dsp:nvSpPr>
      <dsp:spPr>
        <a:xfrm>
          <a:off x="4482" y="1363327"/>
          <a:ext cx="2047816" cy="163260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2279" tIns="202279" rIns="202279" bIns="202279" numCol="1" spcCol="1270" anchor="t" anchorCtr="0">
          <a:noAutofit/>
        </a:bodyPr>
        <a:lstStyle/>
        <a:p>
          <a:pPr marL="0" lvl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/>
            <a:t>D-STAR's </a:t>
          </a:r>
          <a:r>
            <a:rPr lang="en-US" sz="1400" kern="1200" dirty="0" err="1"/>
            <a:t>MegaRepeater</a:t>
          </a:r>
          <a:endParaRPr lang="en-US" sz="1400" kern="1200" dirty="0"/>
        </a:p>
        <a:p>
          <a:pPr marL="0" lvl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spc="50" baseline="0" dirty="0">
              <a:latin typeface="+mn-lt"/>
            </a:rPr>
            <a:t>(Worldwide) 🌐</a:t>
          </a:r>
        </a:p>
      </dsp:txBody>
      <dsp:txXfrm>
        <a:off x="4482" y="1363327"/>
        <a:ext cx="2047816" cy="1632602"/>
      </dsp:txXfrm>
    </dsp:sp>
    <dsp:sp modelId="{C4F84DEA-2002-4D32-8E80-70EEE05E345A}">
      <dsp:nvSpPr>
        <dsp:cNvPr id="0" name=""/>
        <dsp:cNvSpPr/>
      </dsp:nvSpPr>
      <dsp:spPr>
        <a:xfrm>
          <a:off x="2160193" y="748982"/>
          <a:ext cx="2047816" cy="61434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1823" tIns="161823" rIns="161823" bIns="161823" numCol="1" spcCol="1270" anchor="ctr" anchorCtr="0">
          <a:noAutofit/>
        </a:bodyPr>
        <a:lstStyle/>
        <a:p>
          <a:pPr marL="0"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spc="150" baseline="0" dirty="0">
              <a:solidFill>
                <a:prstClr val="black"/>
              </a:solidFill>
              <a:latin typeface="Tenorite"/>
              <a:ea typeface="+mn-ea"/>
              <a:cs typeface="+mn-cs"/>
            </a:rPr>
            <a:t>REF030C</a:t>
          </a:r>
        </a:p>
      </dsp:txBody>
      <dsp:txXfrm>
        <a:off x="2160193" y="748982"/>
        <a:ext cx="2047816" cy="614344"/>
      </dsp:txXfrm>
    </dsp:sp>
    <dsp:sp modelId="{4FEB85EB-D046-4CDB-8A62-BBCE260C4490}">
      <dsp:nvSpPr>
        <dsp:cNvPr id="0" name=""/>
        <dsp:cNvSpPr/>
      </dsp:nvSpPr>
      <dsp:spPr>
        <a:xfrm>
          <a:off x="2160193" y="1363327"/>
          <a:ext cx="2047816" cy="163260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2279" tIns="202279" rIns="202279" bIns="202279" numCol="1" spcCol="1270" anchor="t" anchorCtr="0">
          <a:noAutofit/>
        </a:bodyPr>
        <a:lstStyle/>
        <a:p>
          <a:pPr marL="0" lvl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spc="50" baseline="0" dirty="0">
              <a:latin typeface="+mn-lt"/>
            </a:rPr>
            <a:t>Southeastern US</a:t>
          </a:r>
          <a:endParaRPr lang="en-US" sz="1400" i="1" kern="1200" spc="50" baseline="0" dirty="0">
            <a:latin typeface="+mn-lt"/>
          </a:endParaRPr>
        </a:p>
      </dsp:txBody>
      <dsp:txXfrm>
        <a:off x="2160193" y="1363327"/>
        <a:ext cx="2047816" cy="1632602"/>
      </dsp:txXfrm>
    </dsp:sp>
    <dsp:sp modelId="{64C3E9AC-963B-494F-927E-2F29CD771800}">
      <dsp:nvSpPr>
        <dsp:cNvPr id="0" name=""/>
        <dsp:cNvSpPr/>
      </dsp:nvSpPr>
      <dsp:spPr>
        <a:xfrm>
          <a:off x="4315904" y="748982"/>
          <a:ext cx="2047816" cy="61434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1823" tIns="161823" rIns="161823" bIns="161823" numCol="1" spcCol="1270" anchor="ctr" anchorCtr="0">
          <a:noAutofit/>
        </a:bodyPr>
        <a:lstStyle/>
        <a:p>
          <a:pPr marL="0" lvl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spc="150" baseline="0" dirty="0">
              <a:solidFill>
                <a:prstClr val="black"/>
              </a:solidFill>
              <a:latin typeface="Tenorite"/>
              <a:ea typeface="+mn-ea"/>
              <a:cs typeface="+mn-cs"/>
            </a:rPr>
            <a:t>REF038A</a:t>
          </a:r>
        </a:p>
      </dsp:txBody>
      <dsp:txXfrm>
        <a:off x="4315904" y="748982"/>
        <a:ext cx="2047816" cy="614344"/>
      </dsp:txXfrm>
    </dsp:sp>
    <dsp:sp modelId="{1F56545F-A1F8-442D-BCEE-77EDDA9FA8AC}">
      <dsp:nvSpPr>
        <dsp:cNvPr id="0" name=""/>
        <dsp:cNvSpPr/>
      </dsp:nvSpPr>
      <dsp:spPr>
        <a:xfrm>
          <a:off x="4315904" y="1363327"/>
          <a:ext cx="2047816" cy="163260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2279" tIns="202279" rIns="202279" bIns="202279" numCol="1" spcCol="1270" anchor="t" anchorCtr="0">
          <a:noAutofit/>
        </a:bodyPr>
        <a:lstStyle/>
        <a:p>
          <a:pPr marL="0" lvl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/>
            <a:t>The Ohio Reflector</a:t>
          </a:r>
        </a:p>
      </dsp:txBody>
      <dsp:txXfrm>
        <a:off x="4315904" y="1363327"/>
        <a:ext cx="2047816" cy="1632602"/>
      </dsp:txXfrm>
    </dsp:sp>
    <dsp:sp modelId="{0AE94B95-F51D-4FD4-B2F8-10D18A73C542}">
      <dsp:nvSpPr>
        <dsp:cNvPr id="0" name=""/>
        <dsp:cNvSpPr/>
      </dsp:nvSpPr>
      <dsp:spPr>
        <a:xfrm>
          <a:off x="6471615" y="748982"/>
          <a:ext cx="2047816" cy="61434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1823" tIns="161823" rIns="161823" bIns="161823" numCol="1" spcCol="1270" anchor="ctr" anchorCtr="0">
          <a:noAutofit/>
        </a:bodyPr>
        <a:lstStyle/>
        <a:p>
          <a:pPr marL="0" lvl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spc="150" baseline="0" dirty="0">
              <a:solidFill>
                <a:prstClr val="black"/>
              </a:solidFill>
              <a:latin typeface="Tenorite"/>
              <a:ea typeface="+mn-ea"/>
              <a:cs typeface="+mn-cs"/>
            </a:rPr>
            <a:t>REF038B</a:t>
          </a:r>
          <a:endParaRPr lang="en-US" sz="1600" kern="1200" dirty="0"/>
        </a:p>
      </dsp:txBody>
      <dsp:txXfrm>
        <a:off x="6471615" y="748982"/>
        <a:ext cx="2047816" cy="614344"/>
      </dsp:txXfrm>
    </dsp:sp>
    <dsp:sp modelId="{DE43D696-4029-4129-97F3-EFBA95505795}">
      <dsp:nvSpPr>
        <dsp:cNvPr id="0" name=""/>
        <dsp:cNvSpPr/>
      </dsp:nvSpPr>
      <dsp:spPr>
        <a:xfrm>
          <a:off x="6471615" y="1363327"/>
          <a:ext cx="2047816" cy="163260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2279" tIns="202279" rIns="202279" bIns="202279" numCol="1" spcCol="1270" anchor="t" anchorCtr="0">
          <a:noAutofit/>
        </a:bodyPr>
        <a:lstStyle/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/>
            <a:t>NODIG Permalink</a:t>
          </a:r>
        </a:p>
      </dsp:txBody>
      <dsp:txXfrm>
        <a:off x="6471615" y="1363327"/>
        <a:ext cx="2047816" cy="163260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HorizontalActionList">
  <dgm:title val="Horizontal Action List"/>
  <dgm:desc val="Used to show non-sequential or grouped lists of information. Works well with large amounts of text. All text has the same level of emphasis, and direction is not implied."/>
  <dgm:catLst>
    <dgm:cat type="list" pri="5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 fact="0.6"/>
      <dgm:constr type="h" for="des" forName="composite" op="equ"/>
      <dgm:constr type="w" for="ch" forName="composite" refType="w"/>
      <dgm:constr type="w" for="des" forName="parTx"/>
      <dgm:constr type="h" for="des" forName="parTx" op="equ"/>
      <dgm:constr type="w" for="des" forName="desTx"/>
      <dgm:constr type="primFontSz" for="des" forName="parTx" val="54"/>
      <dgm:constr type="primFontSz" for="des" forName="desTx" refType="primFontSz" refFor="des" refForName="parTx" op="lte" fact="0.75"/>
      <dgm:constr type="h" for="des" forName="desTx" op="equ"/>
      <dgm:constr type="w" for="ch" forName="space" op="equ" val="3"/>
    </dgm:constrLst>
    <dgm:ruleLst>
      <dgm:rule type="w" for="ch" forName="composite" val="0" fact="NaN" max="NaN"/>
    </dgm:ruleLst>
    <dgm:forEach name="Name6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3"/>
            <dgm:constr type="h"/>
            <dgm:constr type="tMarg" refType="w" fact="0.224"/>
            <dgm:constr type="bMarg" refType="w" fact="0.224"/>
            <dgm:constr type="lMarg" refType="w" fact="0.224"/>
            <dgm:constr type="rMarg" refType="w" fact="0.224"/>
          </dgm:constrLst>
          <dgm:ruleLst>
            <dgm:rule type="h" val="INF" fact="NaN" max="NaN"/>
            <dgm:rule type="primFontSz" val="14" fact="NaN" max="NaN"/>
          </dgm:ruleLst>
        </dgm:layoutNode>
        <dgm:layoutNode name="desTx" styleLbl="alignAccFollowNode1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primFontSz" val="28"/>
            <dgm:constr type="tMarg" refType="w" fact="0.28"/>
            <dgm:constr type="bMarg" refType="w" fact="0.28"/>
            <dgm:constr type="lMarg" refType="w" fact="0.28"/>
            <dgm:constr type="rMarg" refType="w" fact="0.28"/>
          </dgm:constrLst>
          <dgm:ruleLst>
            <dgm:rule type="h" val="INF" fact="NaN" max="NaN"/>
            <dgm:rule type="primFontSz" val="11" fact="NaN" max="NaN"/>
          </dgm:ruleLst>
        </dgm:layoutNode>
      </dgm:layoutNode>
      <dgm:forEach name="Name19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HorizontalActionList">
  <dgm:title val="Horizontal Action List"/>
  <dgm:desc val="Used to show non-sequential or grouped lists of information. Works well with large amounts of text. All text has the same level of emphasis, and direction is not implied."/>
  <dgm:catLst>
    <dgm:cat type="list" pri="5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 fact="0.6"/>
      <dgm:constr type="h" for="des" forName="composite" op="equ"/>
      <dgm:constr type="w" for="ch" forName="composite" refType="w"/>
      <dgm:constr type="w" for="des" forName="parTx"/>
      <dgm:constr type="h" for="des" forName="parTx" op="equ"/>
      <dgm:constr type="w" for="des" forName="desTx"/>
      <dgm:constr type="primFontSz" for="des" forName="parTx" val="54"/>
      <dgm:constr type="primFontSz" for="des" forName="desTx" refType="primFontSz" refFor="des" refForName="parTx" op="lte" fact="0.75"/>
      <dgm:constr type="h" for="des" forName="desTx" op="equ"/>
      <dgm:constr type="w" for="ch" forName="space" op="equ" val="3"/>
    </dgm:constrLst>
    <dgm:ruleLst>
      <dgm:rule type="w" for="ch" forName="composite" val="0" fact="NaN" max="NaN"/>
    </dgm:ruleLst>
    <dgm:forEach name="Name6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3"/>
            <dgm:constr type="h"/>
            <dgm:constr type="tMarg" refType="w" fact="0.224"/>
            <dgm:constr type="bMarg" refType="w" fact="0.224"/>
            <dgm:constr type="lMarg" refType="w" fact="0.224"/>
            <dgm:constr type="rMarg" refType="w" fact="0.224"/>
          </dgm:constrLst>
          <dgm:ruleLst>
            <dgm:rule type="h" val="INF" fact="NaN" max="NaN"/>
            <dgm:rule type="primFontSz" val="14" fact="NaN" max="NaN"/>
          </dgm:ruleLst>
        </dgm:layoutNode>
        <dgm:layoutNode name="desTx" styleLbl="alignAccFollowNode1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primFontSz" val="28"/>
            <dgm:constr type="tMarg" refType="w" fact="0.28"/>
            <dgm:constr type="bMarg" refType="w" fact="0.28"/>
            <dgm:constr type="lMarg" refType="w" fact="0.28"/>
            <dgm:constr type="rMarg" refType="w" fact="0.28"/>
          </dgm:constrLst>
          <dgm:ruleLst>
            <dgm:rule type="h" val="INF" fact="NaN" max="NaN"/>
            <dgm:rule type="primFontSz" val="11" fact="NaN" max="NaN"/>
          </dgm:ruleLst>
        </dgm:layoutNode>
      </dgm:layoutNode>
      <dgm:forEach name="Name19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HorizontalActionList">
  <dgm:title val="Horizontal Action List"/>
  <dgm:desc val="Used to show non-sequential or grouped lists of information. Works well with large amounts of text. All text has the same level of emphasis, and direction is not implied."/>
  <dgm:catLst>
    <dgm:cat type="list" pri="5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 fact="0.6"/>
      <dgm:constr type="h" for="des" forName="composite" op="equ"/>
      <dgm:constr type="w" for="ch" forName="composite" refType="w"/>
      <dgm:constr type="w" for="des" forName="parTx"/>
      <dgm:constr type="h" for="des" forName="parTx" op="equ"/>
      <dgm:constr type="w" for="des" forName="desTx"/>
      <dgm:constr type="primFontSz" for="des" forName="parTx" val="54"/>
      <dgm:constr type="primFontSz" for="des" forName="desTx" refType="primFontSz" refFor="des" refForName="parTx" op="lte" fact="0.75"/>
      <dgm:constr type="h" for="des" forName="desTx" op="equ"/>
      <dgm:constr type="w" for="ch" forName="space" op="equ" val="3"/>
    </dgm:constrLst>
    <dgm:ruleLst>
      <dgm:rule type="w" for="ch" forName="composite" val="0" fact="NaN" max="NaN"/>
    </dgm:ruleLst>
    <dgm:forEach name="Name6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3"/>
            <dgm:constr type="h"/>
            <dgm:constr type="tMarg" refType="w" fact="0.224"/>
            <dgm:constr type="bMarg" refType="w" fact="0.224"/>
            <dgm:constr type="lMarg" refType="w" fact="0.224"/>
            <dgm:constr type="rMarg" refType="w" fact="0.224"/>
          </dgm:constrLst>
          <dgm:ruleLst>
            <dgm:rule type="h" val="INF" fact="NaN" max="NaN"/>
            <dgm:rule type="primFontSz" val="14" fact="NaN" max="NaN"/>
          </dgm:ruleLst>
        </dgm:layoutNode>
        <dgm:layoutNode name="desTx" styleLbl="alignAccFollowNode1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primFontSz" val="28"/>
            <dgm:constr type="tMarg" refType="w" fact="0.28"/>
            <dgm:constr type="bMarg" refType="w" fact="0.28"/>
            <dgm:constr type="lMarg" refType="w" fact="0.28"/>
            <dgm:constr type="rMarg" refType="w" fact="0.28"/>
          </dgm:constrLst>
          <dgm:ruleLst>
            <dgm:rule type="h" val="INF" fact="NaN" max="NaN"/>
            <dgm:rule type="primFontSz" val="11" fact="NaN" max="NaN"/>
          </dgm:ruleLst>
        </dgm:layoutNode>
      </dgm:layoutNode>
      <dgm:forEach name="Name19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7F456E-01A6-4013-ACA5-F5492591A24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4983A3-9B9B-4D61-97C9-B9E239A315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6F32FC-4BD9-442A-A8C6-51598C909FE3}" type="datetimeFigureOut">
              <a:rPr lang="en-US" smtClean="0"/>
              <a:t>11/29/2022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EABE74-7A97-4D17-8390-42ADD25C33C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2C1DBD-1052-425E-BF3C-983304BED5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EEFA9E-C190-4F5C-8394-BD5F1CD55C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48019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6371FA-A98D-41E8-93F4-09945841298A}" type="datetimeFigureOut">
              <a:rPr lang="en-US" smtClean="0"/>
              <a:t>11/29/2022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289C57-55D7-40A4-A101-E74FAC7A09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9902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2.svg"/><Relationship Id="rId4" Type="http://schemas.openxmlformats.org/officeDocument/2006/relationships/image" Target="../media/image6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16040" y="4434840"/>
            <a:ext cx="4941771" cy="1122202"/>
          </a:xfrm>
        </p:spPr>
        <p:txBody>
          <a:bodyPr anchor="b">
            <a:noAutofit/>
          </a:bodyPr>
          <a:lstStyle>
            <a:lvl1pPr algn="l">
              <a:defRPr sz="3600" spc="15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16041" y="5586890"/>
            <a:ext cx="4941770" cy="396660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826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514C6BF-376E-43E8-881D-2E767426990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rcRect t="18301" r="28341" b="23071"/>
          <a:stretch/>
        </p:blipFill>
        <p:spPr>
          <a:xfrm>
            <a:off x="5488815" y="0"/>
            <a:ext cx="6703185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500" y="1020445"/>
            <a:ext cx="2895600" cy="1325563"/>
          </a:xfrm>
        </p:spPr>
        <p:txBody>
          <a:bodyPr anchor="b">
            <a:normAutofit/>
          </a:bodyPr>
          <a:lstStyle>
            <a:lvl1pPr>
              <a:defRPr sz="2800" spc="1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500" y="2924175"/>
            <a:ext cx="2895600" cy="2519363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lnSpc>
                <a:spcPct val="150000"/>
              </a:lnSpc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lnSpc>
                <a:spcPct val="150000"/>
              </a:lnSpc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lnSpc>
                <a:spcPct val="150000"/>
              </a:lnSpc>
              <a:buNone/>
              <a:defRPr sz="1400">
                <a:solidFill>
                  <a:schemeClr val="bg1"/>
                </a:solidFill>
              </a:defRPr>
            </a:lvl4pPr>
            <a:lvl5pPr marL="1828800" indent="0">
              <a:lnSpc>
                <a:spcPct val="150000"/>
              </a:lnSpc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9F5093-3C53-4152-B8FE-0522E07952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2124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2075" y="1671639"/>
            <a:ext cx="5111750" cy="1204912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62075" y="3660774"/>
            <a:ext cx="5111750" cy="152558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11EBF9-6826-475B-8079-C11128991B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219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B726A3-DF54-47D2-8C3A-34FD43A19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63800" y="6356350"/>
            <a:ext cx="3479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CD125A-4493-4967-9146-841D0EF3B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7A1CF8B-3479-49A3-A30E-2F2ECE962075}"/>
              </a:ext>
            </a:extLst>
          </p:cNvPr>
          <p:cNvGrpSpPr/>
          <p:nvPr userDrawn="1"/>
        </p:nvGrpSpPr>
        <p:grpSpPr>
          <a:xfrm>
            <a:off x="6953250" y="-25401"/>
            <a:ext cx="5238750" cy="6902451"/>
            <a:chOff x="6953250" y="-25401"/>
            <a:chExt cx="5238750" cy="6902451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49FBD260-5143-4B12-B9F8-33E48D548909}"/>
                </a:ext>
              </a:extLst>
            </p:cNvPr>
            <p:cNvCxnSpPr/>
            <p:nvPr userDrawn="1"/>
          </p:nvCxnSpPr>
          <p:spPr>
            <a:xfrm>
              <a:off x="9096375" y="1497012"/>
              <a:ext cx="309562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D87F08D6-2CA7-4A5A-BE34-07113DCA535D}"/>
                </a:ext>
              </a:extLst>
            </p:cNvPr>
            <p:cNvCxnSpPr/>
            <p:nvPr userDrawn="1"/>
          </p:nvCxnSpPr>
          <p:spPr>
            <a:xfrm flipH="1">
              <a:off x="6953250" y="-25401"/>
              <a:ext cx="3790950" cy="690245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2497359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 Brea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2148840"/>
            <a:ext cx="4179570" cy="171553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91350" y="3962003"/>
            <a:ext cx="4179570" cy="365125"/>
          </a:xfr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F05D2CCB-CCFC-4A8A-ADA9-C1E4D13B968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95123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hart Placeholder 6">
            <a:extLst>
              <a:ext uri="{FF2B5EF4-FFF2-40B4-BE49-F238E27FC236}">
                <a16:creationId xmlns:a16="http://schemas.microsoft.com/office/drawing/2014/main" id="{08AF2DB4-A973-4307-B59C-6058A138835C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838200" y="2111608"/>
            <a:ext cx="10515600" cy="3744912"/>
          </a:xfrm>
        </p:spPr>
        <p:txBody>
          <a:bodyPr/>
          <a:lstStyle/>
          <a:p>
            <a:r>
              <a:rPr lang="en-US"/>
              <a:t>Click icon to add chart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52777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838200" y="2111381"/>
            <a:ext cx="10515600" cy="3744913"/>
          </a:xfrm>
        </p:spPr>
        <p:txBody>
          <a:bodyPr/>
          <a:lstStyle/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06800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AEE644D4-F9A4-4237-BD5C-4B97ABA9337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0" y="0"/>
            <a:ext cx="558165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2FF67A8-55FA-435D-A18C-96D63D22B5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57724" y="2809875"/>
            <a:ext cx="6696075" cy="1909763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104828DA-5EC5-4A00-9A7B-CD9668EF24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57725" y="5028803"/>
            <a:ext cx="6696074" cy="365125"/>
          </a:xfrm>
        </p:spPr>
        <p:txBody>
          <a:bodyPr anchor="b">
            <a:normAutofit/>
          </a:bodyPr>
          <a:lstStyle>
            <a:lvl1pPr marL="0" indent="0" algn="l">
              <a:buNone/>
              <a:defRPr sz="16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303E9A-96BC-4283-A6E1-5948AEB119F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76774" y="6356350"/>
            <a:ext cx="169545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A19C49-052B-4D3E-B227-1D787463C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43699" y="6356350"/>
            <a:ext cx="2543175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5E724A-95F0-41B6-A77E-EDD067272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658350" y="6356350"/>
            <a:ext cx="1695450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DAC7E4E-FE06-4E90-8107-6B543E5515E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/>
          <p:nvPr userDrawn="1"/>
        </p:nvCxnSpPr>
        <p:spPr>
          <a:xfrm flipV="1">
            <a:off x="2209800" y="0"/>
            <a:ext cx="243840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3065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 4 Peop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487181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28568" y="5084524"/>
            <a:ext cx="2317707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487181" y="5464114"/>
            <a:ext cx="1845511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36914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578300" y="5084524"/>
            <a:ext cx="2330816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836913" y="5478796"/>
            <a:ext cx="1855949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32757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pPr lvl="1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068964" y="5084524"/>
            <a:ext cx="2317707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327577" y="5478796"/>
            <a:ext cx="1845511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74745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488845" y="5084524"/>
            <a:ext cx="2317706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747458" y="5464114"/>
            <a:ext cx="184551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3C911F2-9041-416A-B83C-F23B354E063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/>
          <p:nvPr userDrawn="1"/>
        </p:nvGrpSpPr>
        <p:grpSpPr>
          <a:xfrm>
            <a:off x="7334250" y="0"/>
            <a:ext cx="4857750" cy="1724025"/>
            <a:chOff x="7334250" y="0"/>
            <a:chExt cx="4857750" cy="1724025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4E4B72DA-52CB-4D39-A342-8857B4D959B2}"/>
                </a:ext>
              </a:extLst>
            </p:cNvPr>
            <p:cNvCxnSpPr/>
            <p:nvPr userDrawn="1"/>
          </p:nvCxnSpPr>
          <p:spPr>
            <a:xfrm flipH="1" flipV="1">
              <a:off x="7334250" y="0"/>
              <a:ext cx="485775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1D9BCDA-DFB7-41A4-A7C7-CEE86CEDCBE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487150" y="0"/>
              <a:ext cx="704850" cy="172402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9512278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 8 Peop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187AAB93-862D-455E-9E73-3D0DAEFDEDB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/>
          <p:nvPr userDrawn="1"/>
        </p:nvGrpSpPr>
        <p:grpSpPr>
          <a:xfrm>
            <a:off x="0" y="473953"/>
            <a:ext cx="12192000" cy="5621336"/>
            <a:chOff x="0" y="473953"/>
            <a:chExt cx="12192000" cy="5621336"/>
          </a:xfrm>
        </p:grpSpPr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B0DFD584-E5CF-41EF-B51E-679CE22DDF9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p:blipFill>
          <p:spPr>
            <a:xfrm>
              <a:off x="0" y="473953"/>
              <a:ext cx="2057400" cy="1647825"/>
            </a:xfrm>
            <a:prstGeom prst="rect">
              <a:avLst/>
            </a:prstGeom>
          </p:spPr>
        </p:pic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E5C02DDF-25A6-42C7-9525-F279CE2095C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p:blipFill>
          <p:spPr>
            <a:xfrm>
              <a:off x="11049000" y="5180889"/>
              <a:ext cx="1143000" cy="914400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877176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Font typeface="Arial" panose="020B0604020202020204" pitchFamily="34" charset="0"/>
              <a:buNone/>
              <a:defRPr sz="900"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500168" y="3654378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500168" y="3809747"/>
            <a:ext cx="18288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26270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900"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49262" y="3654378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849262" y="3809747"/>
            <a:ext cx="18288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2" name="Picture Placeholder 10">
            <a:extLst>
              <a:ext uri="{FF2B5EF4-FFF2-40B4-BE49-F238E27FC236}">
                <a16:creationId xmlns:a16="http://schemas.microsoft.com/office/drawing/2014/main" id="{1938DB4D-239F-4E8E-8802-0470B0131189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6655584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900"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198355" y="3654378"/>
            <a:ext cx="2105135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095999" y="3809747"/>
            <a:ext cx="2299855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136814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900"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759806" y="3654378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744480" y="3809747"/>
            <a:ext cx="1844126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5" name="Picture Placeholder 10">
            <a:extLst>
              <a:ext uri="{FF2B5EF4-FFF2-40B4-BE49-F238E27FC236}">
                <a16:creationId xmlns:a16="http://schemas.microsoft.com/office/drawing/2014/main" id="{1EBAEB1D-A7F9-4F90-B642-4277D3802BAB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877176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900"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22930C5B-603C-494E-A467-8B394D01D406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1500168" y="5513214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2" name="Text Placeholder 2">
            <a:extLst>
              <a:ext uri="{FF2B5EF4-FFF2-40B4-BE49-F238E27FC236}">
                <a16:creationId xmlns:a16="http://schemas.microsoft.com/office/drawing/2014/main" id="{540C455F-A23B-493F-B95E-AB485D91DA6A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1500168" y="5668583"/>
            <a:ext cx="18288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6" name="Picture Placeholder 10">
            <a:extLst>
              <a:ext uri="{FF2B5EF4-FFF2-40B4-BE49-F238E27FC236}">
                <a16:creationId xmlns:a16="http://schemas.microsoft.com/office/drawing/2014/main" id="{9461A69E-14C8-4325-89AF-D4257C1C05BA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226270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900"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9" name="Text Placeholder 2">
            <a:extLst>
              <a:ext uri="{FF2B5EF4-FFF2-40B4-BE49-F238E27FC236}">
                <a16:creationId xmlns:a16="http://schemas.microsoft.com/office/drawing/2014/main" id="{6D1C374C-DAF7-40EF-B279-4EC7A2AFE6A2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3849262" y="5513214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3" name="Text Placeholder 2">
            <a:extLst>
              <a:ext uri="{FF2B5EF4-FFF2-40B4-BE49-F238E27FC236}">
                <a16:creationId xmlns:a16="http://schemas.microsoft.com/office/drawing/2014/main" id="{421FF438-E4E8-4643-BCB3-4A1C12429042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3849262" y="5668583"/>
            <a:ext cx="18288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33" name="Picture Placeholder 10">
            <a:extLst>
              <a:ext uri="{FF2B5EF4-FFF2-40B4-BE49-F238E27FC236}">
                <a16:creationId xmlns:a16="http://schemas.microsoft.com/office/drawing/2014/main" id="{E029C5CA-EDDA-4BF9-9051-8B09E98EE1E2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6655584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900"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0" name="Text Placeholder 2">
            <a:extLst>
              <a:ext uri="{FF2B5EF4-FFF2-40B4-BE49-F238E27FC236}">
                <a16:creationId xmlns:a16="http://schemas.microsoft.com/office/drawing/2014/main" id="{D4FEDD19-A7BA-45BB-93A0-F1E896C9F26D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339926" y="5513214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4" name="Text Placeholder 2">
            <a:extLst>
              <a:ext uri="{FF2B5EF4-FFF2-40B4-BE49-F238E27FC236}">
                <a16:creationId xmlns:a16="http://schemas.microsoft.com/office/drawing/2014/main" id="{A12F0175-7AEE-46B1-9590-D4A427680DC7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6339926" y="5668583"/>
            <a:ext cx="1813474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58" name="Picture Placeholder 10">
            <a:extLst>
              <a:ext uri="{FF2B5EF4-FFF2-40B4-BE49-F238E27FC236}">
                <a16:creationId xmlns:a16="http://schemas.microsoft.com/office/drawing/2014/main" id="{622ED9F4-EB9B-4588-8501-BFECB846EE73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136814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900"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1" name="Text Placeholder 2">
            <a:extLst>
              <a:ext uri="{FF2B5EF4-FFF2-40B4-BE49-F238E27FC236}">
                <a16:creationId xmlns:a16="http://schemas.microsoft.com/office/drawing/2014/main" id="{5026D39F-46AB-4680-9A52-F367344A3531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8759806" y="5513214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5" name="Text Placeholder 2">
            <a:extLst>
              <a:ext uri="{FF2B5EF4-FFF2-40B4-BE49-F238E27FC236}">
                <a16:creationId xmlns:a16="http://schemas.microsoft.com/office/drawing/2014/main" id="{04E11FE2-6320-4E8C-A5B3-8104AF329ADA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8744480" y="5668583"/>
            <a:ext cx="1844126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71206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 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E786F69D-D4FA-4075-A7EC-8D31A184F63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/>
          <p:nvPr userDrawn="1"/>
        </p:nvGrpSpPr>
        <p:grpSpPr>
          <a:xfrm>
            <a:off x="0" y="0"/>
            <a:ext cx="2590800" cy="1027906"/>
            <a:chOff x="0" y="0"/>
            <a:chExt cx="2590800" cy="1027906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6988B2D-0240-4256-8268-4B9FF1E72363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0"/>
              <a:ext cx="259080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D8EEAAE1-3D04-41C3-B2D2-B3BEF34C3B27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704850" cy="102790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martArt Placeholder 6">
            <a:extLst>
              <a:ext uri="{FF2B5EF4-FFF2-40B4-BE49-F238E27FC236}">
                <a16:creationId xmlns:a16="http://schemas.microsoft.com/office/drawing/2014/main" id="{156CA116-0F6E-4EE9-B34F-03BA07161A7A}"/>
              </a:ext>
            </a:extLst>
          </p:cNvPr>
          <p:cNvSpPr>
            <a:spLocks noGrp="1"/>
          </p:cNvSpPr>
          <p:nvPr>
            <p:ph type="dgm" sz="quarter" idx="15"/>
          </p:nvPr>
        </p:nvSpPr>
        <p:spPr>
          <a:xfrm>
            <a:off x="838200" y="2111375"/>
            <a:ext cx="10515600" cy="3744913"/>
          </a:xfrm>
        </p:spPr>
        <p:txBody>
          <a:bodyPr/>
          <a:lstStyle/>
          <a:p>
            <a:r>
              <a:rPr lang="en-US"/>
              <a:t>Click icon to add SmartArt graphic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3115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raphic 10">
            <a:extLst>
              <a:ext uri="{FF2B5EF4-FFF2-40B4-BE49-F238E27FC236}">
                <a16:creationId xmlns:a16="http://schemas.microsoft.com/office/drawing/2014/main" id="{9D2AF524-D4B4-4A3A-9CE4-EDAFE1D5A37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>
            <a:off x="2113884" y="0"/>
            <a:ext cx="10078116" cy="6858000"/>
          </a:xfrm>
          <a:custGeom>
            <a:avLst/>
            <a:gdLst>
              <a:gd name="connsiteX0" fmla="*/ 3793236 w 10078116"/>
              <a:gd name="connsiteY0" fmla="*/ 6858000 h 6858000"/>
              <a:gd name="connsiteX1" fmla="*/ 0 w 10078116"/>
              <a:gd name="connsiteY1" fmla="*/ 0 h 6858000"/>
              <a:gd name="connsiteX2" fmla="*/ 10078116 w 10078116"/>
              <a:gd name="connsiteY2" fmla="*/ 0 h 6858000"/>
              <a:gd name="connsiteX3" fmla="*/ 10078116 w 1007811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78116" h="6858000">
                <a:moveTo>
                  <a:pt x="3793236" y="6858000"/>
                </a:moveTo>
                <a:lnTo>
                  <a:pt x="0" y="0"/>
                </a:lnTo>
                <a:lnTo>
                  <a:pt x="10078116" y="0"/>
                </a:lnTo>
                <a:lnTo>
                  <a:pt x="10078116" y="685800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3987A5-99A6-4B33-BAAF-5315963538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509419"/>
            <a:ext cx="4082142" cy="585788"/>
          </a:xfrm>
        </p:spPr>
        <p:txBody>
          <a:bodyPr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BABF6CA-407C-4BF0-8234-1321A676E75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6074" y="1507772"/>
            <a:ext cx="2141764" cy="514350"/>
          </a:xfrm>
        </p:spPr>
        <p:txBody>
          <a:bodyPr anchor="ctr">
            <a:normAutofit/>
          </a:bodyPr>
          <a:lstStyle>
            <a:lvl1pPr marL="0" indent="0" algn="r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76D8129B-5B68-421C-968C-3663C86EFC7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32131" y="2584097"/>
            <a:ext cx="2141764" cy="514350"/>
          </a:xfrm>
        </p:spPr>
        <p:txBody>
          <a:bodyPr anchor="ctr">
            <a:normAutofit/>
          </a:bodyPr>
          <a:lstStyle>
            <a:lvl1pPr marL="0" indent="0" algn="r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6C741DCA-8EBD-44F5-9D38-E938A628ADC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38556" y="3660422"/>
            <a:ext cx="2141764" cy="514350"/>
          </a:xfrm>
        </p:spPr>
        <p:txBody>
          <a:bodyPr anchor="ctr">
            <a:normAutofit/>
          </a:bodyPr>
          <a:lstStyle>
            <a:lvl1pPr marL="0" indent="0" algn="r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5C43C6B1-A1BD-4A90-8B4B-F361C1BEDD2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922756" y="4736748"/>
            <a:ext cx="2141764" cy="514350"/>
          </a:xfrm>
        </p:spPr>
        <p:txBody>
          <a:bodyPr anchor="ctr">
            <a:normAutofit/>
          </a:bodyPr>
          <a:lstStyle>
            <a:lvl1pPr marL="0" indent="0" algn="r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5">
            <a:extLst>
              <a:ext uri="{FF2B5EF4-FFF2-40B4-BE49-F238E27FC236}">
                <a16:creationId xmlns:a16="http://schemas.microsoft.com/office/drawing/2014/main" id="{0C66E1BD-33F0-4B94-BF94-CD4698F85C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01536" y="1613528"/>
            <a:ext cx="5102680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/>
            </a:lvl1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35" name="Text Placeholder 15">
            <a:extLst>
              <a:ext uri="{FF2B5EF4-FFF2-40B4-BE49-F238E27FC236}">
                <a16:creationId xmlns:a16="http://schemas.microsoft.com/office/drawing/2014/main" id="{2D4661B1-6559-407A-9AEC-A46A0570AE8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86029" y="2682564"/>
            <a:ext cx="5102680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/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DCC983F7-6A25-42C0-811C-EA32138C5B8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76938" y="3755394"/>
            <a:ext cx="5102680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/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7" name="Text Placeholder 15">
            <a:extLst>
              <a:ext uri="{FF2B5EF4-FFF2-40B4-BE49-F238E27FC236}">
                <a16:creationId xmlns:a16="http://schemas.microsoft.com/office/drawing/2014/main" id="{E83DA0EB-27DD-416A-8DA5-4AFDC8587E5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75280" y="4824430"/>
            <a:ext cx="5102680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/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4DC36F-5D3E-439D-80B5-32633FC34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710A8A-CEC9-4787-A745-C28DD965F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49143" y="6356350"/>
            <a:ext cx="3775981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62BD04-8F01-472A-9456-4702A2218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0874" y="6356350"/>
            <a:ext cx="542925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3795F91-C721-4363-956D-756673AE795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 userDrawn="1"/>
        </p:nvCxnSpPr>
        <p:spPr>
          <a:xfrm>
            <a:off x="4353515" y="5023933"/>
            <a:ext cx="1513211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AC14461-E27D-413D-B31A-47B74646AF2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 userDrawn="1"/>
        </p:nvCxnSpPr>
        <p:spPr>
          <a:xfrm>
            <a:off x="3759917" y="3948451"/>
            <a:ext cx="1513211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D6AEA4C-7710-4829-BA87-8DD77F15932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 userDrawn="1"/>
        </p:nvCxnSpPr>
        <p:spPr>
          <a:xfrm>
            <a:off x="3173453" y="2872686"/>
            <a:ext cx="1513211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9BD473E-6203-491C-87AC-54AC0AB2333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 userDrawn="1"/>
        </p:nvCxnSpPr>
        <p:spPr>
          <a:xfrm>
            <a:off x="2586263" y="1796083"/>
            <a:ext cx="1513211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52594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892177"/>
            <a:ext cx="8421688" cy="1325563"/>
          </a:xfrm>
        </p:spPr>
        <p:txBody>
          <a:bodyPr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76936"/>
            <a:ext cx="3924300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933700" y="3834606"/>
            <a:ext cx="3924300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76936"/>
            <a:ext cx="3943627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10173" y="3834606"/>
            <a:ext cx="3943627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EE24E1DB-1F20-4C28-8069-D9219D1F8BB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368030" cy="3912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4519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43104" y="2776936"/>
            <a:ext cx="2882475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43104" y="3834606"/>
            <a:ext cx="2882475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647665" y="2776936"/>
            <a:ext cx="2896671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47665" y="3834606"/>
            <a:ext cx="2896671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066421" y="2776936"/>
            <a:ext cx="2882475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8066421" y="3834606"/>
            <a:ext cx="2882475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2368EF4-1233-48C7-8DB5-75844BFCD59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/>
          <p:nvPr userDrawn="1"/>
        </p:nvGrpSpPr>
        <p:grpSpPr>
          <a:xfrm>
            <a:off x="0" y="0"/>
            <a:ext cx="2238376" cy="3105150"/>
            <a:chOff x="0" y="0"/>
            <a:chExt cx="2238376" cy="3105150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63D7850-C2A6-43CE-BBE4-8E81A0A593BF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1238250" cy="310515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EBAD3E03-2E3B-440C-9105-6F9D33006D66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2238376" cy="24765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188967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5" y="1671639"/>
            <a:ext cx="5111750" cy="1204912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76875" y="3660774"/>
            <a:ext cx="5111750" cy="152558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74AA03A-263D-4B5F-B05B-7D6923A9A4D3}"/>
              </a:ext>
            </a:extLst>
          </p:cNvPr>
          <p:cNvGrpSpPr/>
          <p:nvPr userDrawn="1"/>
        </p:nvGrpSpPr>
        <p:grpSpPr>
          <a:xfrm>
            <a:off x="0" y="0"/>
            <a:ext cx="4762501" cy="5186363"/>
            <a:chOff x="0" y="0"/>
            <a:chExt cx="4762501" cy="5186363"/>
          </a:xfrm>
        </p:grpSpPr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D87F08D6-2CA7-4A5A-BE34-07113DCA535D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0" y="876300"/>
              <a:ext cx="4762500" cy="16287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A768C87F-B9C3-4DFF-8454-F3F52CE4346B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2638425" y="0"/>
              <a:ext cx="2124076" cy="518636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Date Placeholder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22" name="Footer Placeholder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77805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67200" y="3238103"/>
            <a:ext cx="4179570" cy="1371997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400" spc="5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3361C9-310A-4255-A94E-B77588962DA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BF358517-D7B7-40D0-A9D0-B650C80898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67200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79721" y="6356350"/>
            <a:ext cx="2661557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1140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9DFD55-3C28-40EF-9E31-A92D2E4017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9061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1" r:id="rId4"/>
    <p:sldLayoutId id="2147483666" r:id="rId5"/>
    <p:sldLayoutId id="2147483667" r:id="rId6"/>
    <p:sldLayoutId id="2147483654" r:id="rId7"/>
    <p:sldLayoutId id="2147483663" r:id="rId8"/>
    <p:sldLayoutId id="2147483662" r:id="rId9"/>
    <p:sldLayoutId id="2147483668" r:id="rId10"/>
    <p:sldLayoutId id="2147483652" r:id="rId11"/>
    <p:sldLayoutId id="2147483653" r:id="rId12"/>
    <p:sldLayoutId id="2147483660" r:id="rId13"/>
    <p:sldLayoutId id="2147483664" r:id="rId14"/>
    <p:sldLayoutId id="2147483665" r:id="rId1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0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17/06/relationships/model3d" Target="../media/model3d1.glb"/><Relationship Id="rId7" Type="http://schemas.openxmlformats.org/officeDocument/2006/relationships/image" Target="../media/image15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diagramLayout" Target="../diagrams/layout2.xml"/><Relationship Id="rId7" Type="http://schemas.microsoft.com/office/2017/06/relationships/model3d" Target="../media/model3d2.glb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0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Relationship Id="rId9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regist.dstargateway.org/Dstar.do" TargetMode="External"/><Relationship Id="rId2" Type="http://schemas.openxmlformats.org/officeDocument/2006/relationships/hyperlink" Target="https://regist.dstargateway.org/regcheck/index.php" TargetMode="Externa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hyperlink" Target="http://www.dstarinfo.com/Reflectors.aspx" TargetMode="Externa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hrcc.link/instructions.html" TargetMode="Externa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starusers.org/lastheard.php" TargetMode="External"/><Relationship Id="rId2" Type="http://schemas.openxmlformats.org/officeDocument/2006/relationships/hyperlink" Target="http://dstarinfo.com/" TargetMode="Externa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apps.apple.com/us/developer/icom-incorporated/id1193842631" TargetMode="External"/><Relationship Id="rId5" Type="http://schemas.openxmlformats.org/officeDocument/2006/relationships/hyperlink" Target="https://play.google.com/store/apps/developer?id=Icom+Inc.&amp;gl=US" TargetMode="External"/><Relationship Id="rId4" Type="http://schemas.openxmlformats.org/officeDocument/2006/relationships/hyperlink" Target="http://www.pa7lim.nl/doozy/" TargetMode="Externa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dstar.fans/" TargetMode="Externa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75451-6A4B-484B-9ED1-353CCE25B0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16040" y="4434840"/>
            <a:ext cx="4941771" cy="1122202"/>
          </a:xfrm>
        </p:spPr>
        <p:txBody>
          <a:bodyPr/>
          <a:lstStyle/>
          <a:p>
            <a:r>
              <a:rPr lang="en-US" dirty="0"/>
              <a:t>D-STAR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36A1B4-B8D1-4A72-8E20-0703F54BF1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16041" y="5586890"/>
            <a:ext cx="4941770" cy="396660"/>
          </a:xfrm>
        </p:spPr>
        <p:txBody>
          <a:bodyPr>
            <a:normAutofit/>
          </a:bodyPr>
          <a:lstStyle/>
          <a:p>
            <a:r>
              <a:rPr lang="en-US" dirty="0"/>
              <a:t>Mark, KE8BZW</a:t>
            </a:r>
          </a:p>
        </p:txBody>
      </p:sp>
    </p:spTree>
    <p:extLst>
      <p:ext uri="{BB962C8B-B14F-4D97-AF65-F5344CB8AC3E}">
        <p14:creationId xmlns:p14="http://schemas.microsoft.com/office/powerpoint/2010/main" val="2586058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F5859-10C9-4588-9727-B9362E26C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500" y="1020445"/>
            <a:ext cx="2895600" cy="1325563"/>
          </a:xfrm>
        </p:spPr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71D7E5-EF66-4BCD-8DAA-E9061157F0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500" y="2637692"/>
            <a:ext cx="2895600" cy="3199863"/>
          </a:xfrm>
        </p:spPr>
        <p:txBody>
          <a:bodyPr>
            <a:normAutofit/>
          </a:bodyPr>
          <a:lstStyle/>
          <a:p>
            <a:r>
              <a:rPr lang="en-US" dirty="0"/>
              <a:t>Introduction</a:t>
            </a:r>
          </a:p>
          <a:p>
            <a:r>
              <a:rPr lang="en-US" dirty="0"/>
              <a:t>History, Hardware</a:t>
            </a:r>
          </a:p>
          <a:p>
            <a:r>
              <a:rPr lang="en-US" dirty="0"/>
              <a:t>Pictures, Chat, Location</a:t>
            </a:r>
          </a:p>
          <a:p>
            <a:r>
              <a:rPr lang="en-US" dirty="0"/>
              <a:t>Simplex, Repeaters, Hotspots</a:t>
            </a:r>
          </a:p>
          <a:p>
            <a:r>
              <a:rPr lang="en-US" dirty="0"/>
              <a:t>Local, Linking, Reflectors</a:t>
            </a:r>
          </a:p>
          <a:p>
            <a:r>
              <a:rPr lang="en-US" dirty="0"/>
              <a:t>Cross-mode</a:t>
            </a:r>
          </a:p>
          <a:p>
            <a:r>
              <a:rPr lang="en-US" dirty="0"/>
              <a:t>Summary &amp; Q&amp;A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B5BAF8-EA80-4AD4-8D83-5960C299573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/>
          <a:lstStyle/>
          <a:p>
            <a:r>
              <a:rPr lang="en-US" dirty="0"/>
              <a:t>2022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C19884-873C-4D13-BE6D-318CF07B0D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/>
          <a:lstStyle/>
          <a:p>
            <a:r>
              <a:rPr lang="en-US" dirty="0"/>
              <a:t>D-STAR / KE8BZW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991F00-87A7-45A6-8029-B097FA724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3219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2731C-311B-46F7-A865-6C3AF6B09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2075" y="1671639"/>
            <a:ext cx="5111750" cy="1204912"/>
          </a:xfrm>
        </p:spPr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5232F9-FD00-464A-9F17-619C91AEF8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62075" y="3660774"/>
            <a:ext cx="5111750" cy="152558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I’m Mark, KE8BZW and I’ve been experimenting with D-STAR since 2019. </a:t>
            </a:r>
          </a:p>
          <a:p>
            <a:r>
              <a:rPr lang="en-US" dirty="0"/>
              <a:t>My first D-STAR radio was an ID-51A PLUS2 followed by an ID-5100A, an IC-705, and most recently, an ID-52A.</a:t>
            </a:r>
          </a:p>
          <a:p>
            <a:r>
              <a:rPr lang="en-US" dirty="0"/>
              <a:t>I’m hoping to inspire folks to get to know the capabilities of their D-STAR radios to join me on the air.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E12647-CCB2-45E2-A9CB-A868F49049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219200" cy="365125"/>
          </a:xfrm>
        </p:spPr>
        <p:txBody>
          <a:bodyPr/>
          <a:lstStyle/>
          <a:p>
            <a:r>
              <a:rPr lang="en-US" dirty="0"/>
              <a:t>2022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51ED20-04D4-4894-B0C2-9C541A61A7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63800" y="6356350"/>
            <a:ext cx="3479800" cy="365125"/>
          </a:xfrm>
        </p:spPr>
        <p:txBody>
          <a:bodyPr/>
          <a:lstStyle/>
          <a:p>
            <a:r>
              <a:rPr lang="en-US" dirty="0"/>
              <a:t>D-STAR / KE8BZW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C1787E-7110-4989-B0B8-DD4E0ACC0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15163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E5F11-B7B9-4B80-8C6A-A8A7A7190B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1350" y="2148840"/>
            <a:ext cx="4179570" cy="1715531"/>
          </a:xfrm>
        </p:spPr>
        <p:txBody>
          <a:bodyPr/>
          <a:lstStyle/>
          <a:p>
            <a:r>
              <a:rPr lang="en-US" dirty="0"/>
              <a:t>What is D-STAR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8AFAA9-633A-475C-B8ED-840A34F729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91350" y="3962003"/>
            <a:ext cx="4179570" cy="1904225"/>
          </a:xfrm>
        </p:spPr>
        <p:txBody>
          <a:bodyPr>
            <a:noAutofit/>
          </a:bodyPr>
          <a:lstStyle/>
          <a:p>
            <a:r>
              <a:rPr lang="en-US" dirty="0"/>
              <a:t>Digital Smart Technologies for Amateur Radio. It is an open standard digital communication protocol established by JARL (Japan Amateur Radio League) in the late 90’s.</a:t>
            </a:r>
          </a:p>
          <a:p>
            <a:r>
              <a:rPr lang="en-US" dirty="0" err="1"/>
              <a:t>Icom</a:t>
            </a:r>
            <a:r>
              <a:rPr lang="en-US" dirty="0"/>
              <a:t> and Kenwood radios support it, along with some hotspots.</a:t>
            </a:r>
          </a:p>
        </p:txBody>
      </p:sp>
    </p:spTree>
    <p:extLst>
      <p:ext uri="{BB962C8B-B14F-4D97-AF65-F5344CB8AC3E}">
        <p14:creationId xmlns:p14="http://schemas.microsoft.com/office/powerpoint/2010/main" val="3797280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7762301-F83A-4BEA-9D11-E6C99FB574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DIFFERENT TYPES OF D-STAR Communications</a:t>
            </a:r>
          </a:p>
        </p:txBody>
      </p:sp>
      <p:graphicFrame>
        <p:nvGraphicFramePr>
          <p:cNvPr id="33" name="Content Placeholder 3" descr="Timeline Placeholder ">
            <a:extLst>
              <a:ext uri="{FF2B5EF4-FFF2-40B4-BE49-F238E27FC236}">
                <a16:creationId xmlns:a16="http://schemas.microsoft.com/office/drawing/2014/main" id="{7BC1F95D-CCD2-421B-B06B-706699FAAD5D}"/>
              </a:ext>
            </a:extLst>
          </p:cNvPr>
          <p:cNvGraphicFramePr>
            <a:graphicFrameLocks noGrp="1"/>
          </p:cNvGraphicFramePr>
          <p:nvPr>
            <p:ph type="dgm" sz="quarter" idx="15"/>
            <p:extLst>
              <p:ext uri="{D42A27DB-BD31-4B8C-83A1-F6EECF244321}">
                <p14:modId xmlns:p14="http://schemas.microsoft.com/office/powerpoint/2010/main" val="1416972587"/>
              </p:ext>
            </p:extLst>
          </p:nvPr>
        </p:nvGraphicFramePr>
        <p:xfrm>
          <a:off x="838200" y="2111375"/>
          <a:ext cx="10515600" cy="37449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3627CC26-34EF-4BB9-B289-9EC56B07D1E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dirty="0"/>
              <a:t>2022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E98E6AD-9D37-499C-898E-ED12AC36D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D-STAR / KE8BZW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2908AF9-2A07-4B50-BC13-471792106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63854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D0E59-4C68-4F87-9821-23C69713D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156" y="892177"/>
            <a:ext cx="8421688" cy="1325563"/>
          </a:xfrm>
        </p:spPr>
        <p:txBody>
          <a:bodyPr/>
          <a:lstStyle/>
          <a:p>
            <a:r>
              <a:rPr lang="en-US" dirty="0"/>
              <a:t>D-STAR CAPABILITIES  </a:t>
            </a:r>
          </a:p>
        </p:txBody>
      </p:sp>
      <p:pic>
        <p:nvPicPr>
          <p:cNvPr id="357" name="Picture Placeholder 356">
            <a:extLst>
              <a:ext uri="{FF2B5EF4-FFF2-40B4-BE49-F238E27FC236}">
                <a16:creationId xmlns:a16="http://schemas.microsoft.com/office/drawing/2014/main" id="{1AA9DB68-9DD0-4157-9F94-F215A6B134C1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2"/>
          <a:srcRect/>
          <a:stretch/>
        </p:blipFill>
        <p:spPr>
          <a:xfrm>
            <a:off x="1604004" y="2217740"/>
            <a:ext cx="1746060" cy="2984675"/>
          </a:xfr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A49E2A-E51F-4DB7-B643-0BACFA4CD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57614" y="5420822"/>
            <a:ext cx="1828800" cy="343061"/>
          </a:xfrm>
        </p:spPr>
        <p:txBody>
          <a:bodyPr/>
          <a:lstStyle/>
          <a:p>
            <a:r>
              <a:rPr lang="en-US" dirty="0"/>
              <a:t>DR</a:t>
            </a:r>
            <a:br>
              <a:rPr lang="en-US" dirty="0"/>
            </a:b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A8375DF-11E9-44DF-BAA3-EACBE17AF4A7}"/>
              </a:ext>
            </a:extLst>
          </p:cNvPr>
          <p:cNvSpPr>
            <a:spLocks noGrp="1"/>
          </p:cNvSpPr>
          <p:nvPr>
            <p:ph type="body" idx="21"/>
          </p:nvPr>
        </p:nvSpPr>
        <p:spPr>
          <a:xfrm>
            <a:off x="1528980" y="5576191"/>
            <a:ext cx="1886067" cy="343061"/>
          </a:xfrm>
        </p:spPr>
        <p:txBody>
          <a:bodyPr/>
          <a:lstStyle/>
          <a:p>
            <a:r>
              <a:rPr lang="en-US" dirty="0"/>
              <a:t>Remote Control Software</a:t>
            </a:r>
          </a:p>
        </p:txBody>
      </p:sp>
      <p:pic>
        <p:nvPicPr>
          <p:cNvPr id="359" name="Picture Placeholder 358">
            <a:extLst>
              <a:ext uri="{FF2B5EF4-FFF2-40B4-BE49-F238E27FC236}">
                <a16:creationId xmlns:a16="http://schemas.microsoft.com/office/drawing/2014/main" id="{32C08192-2F27-4ED3-9CEE-4C37C7DFE674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3"/>
          <a:srcRect/>
          <a:stretch/>
        </p:blipFill>
        <p:spPr>
          <a:xfrm>
            <a:off x="4038600" y="2217740"/>
            <a:ext cx="1752467" cy="2984675"/>
          </a:xfr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584E2DE-7061-44CB-A94B-5555484F9744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3986519" y="5419061"/>
            <a:ext cx="1828800" cy="343061"/>
          </a:xfrm>
        </p:spPr>
        <p:txBody>
          <a:bodyPr/>
          <a:lstStyle/>
          <a:p>
            <a:r>
              <a:rPr lang="en-US" dirty="0"/>
              <a:t>SHARE PICTURES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7F11552-18E0-4565-AE6F-DE5290DF1269}"/>
              </a:ext>
            </a:extLst>
          </p:cNvPr>
          <p:cNvSpPr>
            <a:spLocks noGrp="1"/>
          </p:cNvSpPr>
          <p:nvPr>
            <p:ph type="body" idx="22"/>
          </p:nvPr>
        </p:nvSpPr>
        <p:spPr>
          <a:xfrm>
            <a:off x="3986519" y="5574430"/>
            <a:ext cx="1828800" cy="343061"/>
          </a:xfrm>
        </p:spPr>
        <p:txBody>
          <a:bodyPr/>
          <a:lstStyle/>
          <a:p>
            <a:r>
              <a:rPr lang="en-US" dirty="0"/>
              <a:t>Send/receive images</a:t>
            </a:r>
          </a:p>
        </p:txBody>
      </p:sp>
      <p:pic>
        <p:nvPicPr>
          <p:cNvPr id="361" name="Picture Placeholder 360">
            <a:extLst>
              <a:ext uri="{FF2B5EF4-FFF2-40B4-BE49-F238E27FC236}">
                <a16:creationId xmlns:a16="http://schemas.microsoft.com/office/drawing/2014/main" id="{CA581025-9A6A-4294-8F86-E611BCEFAB15}"/>
              </a:ext>
            </a:extLst>
          </p:cNvPr>
          <p:cNvPicPr>
            <a:picLocks noGrp="1" noChangeAspect="1"/>
          </p:cNvPicPr>
          <p:nvPr>
            <p:ph type="pic" sz="quarter" idx="37"/>
          </p:nvPr>
        </p:nvPicPr>
        <p:blipFill rotWithShape="1">
          <a:blip r:embed="rId4"/>
          <a:srcRect/>
          <a:stretch/>
        </p:blipFill>
        <p:spPr>
          <a:xfrm>
            <a:off x="6404142" y="2217740"/>
            <a:ext cx="1749258" cy="2984675"/>
          </a:xfr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7AF403D-91FB-404C-9346-862EFEC3564F}"/>
              </a:ext>
            </a:extLst>
          </p:cNvPr>
          <p:cNvSpPr>
            <a:spLocks noGrp="1"/>
          </p:cNvSpPr>
          <p:nvPr>
            <p:ph type="body" idx="19"/>
          </p:nvPr>
        </p:nvSpPr>
        <p:spPr>
          <a:xfrm>
            <a:off x="6358158" y="5419061"/>
            <a:ext cx="2105135" cy="343061"/>
          </a:xfrm>
        </p:spPr>
        <p:txBody>
          <a:bodyPr/>
          <a:lstStyle/>
          <a:p>
            <a:r>
              <a:rPr lang="en-US" dirty="0"/>
              <a:t>MAP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2682AD9-94FA-4E64-864B-DC8F7A320D5C}"/>
              </a:ext>
            </a:extLst>
          </p:cNvPr>
          <p:cNvSpPr>
            <a:spLocks noGrp="1"/>
          </p:cNvSpPr>
          <p:nvPr>
            <p:ph type="body" idx="23"/>
          </p:nvPr>
        </p:nvSpPr>
        <p:spPr>
          <a:xfrm>
            <a:off x="6255802" y="5574430"/>
            <a:ext cx="2299855" cy="343061"/>
          </a:xfrm>
        </p:spPr>
        <p:txBody>
          <a:bodyPr/>
          <a:lstStyle/>
          <a:p>
            <a:r>
              <a:rPr lang="en-US" dirty="0"/>
              <a:t>See repeaters and stations</a:t>
            </a:r>
          </a:p>
        </p:txBody>
      </p:sp>
      <p:pic>
        <p:nvPicPr>
          <p:cNvPr id="363" name="Picture Placeholder 362">
            <a:extLst>
              <a:ext uri="{FF2B5EF4-FFF2-40B4-BE49-F238E27FC236}">
                <a16:creationId xmlns:a16="http://schemas.microsoft.com/office/drawing/2014/main" id="{0AB7C4F4-0E33-47EC-A40D-D03ECD81A39B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 rotWithShape="1">
          <a:blip r:embed="rId5"/>
          <a:srcRect/>
          <a:stretch/>
        </p:blipFill>
        <p:spPr>
          <a:xfrm>
            <a:off x="8838534" y="2217740"/>
            <a:ext cx="1749462" cy="2984675"/>
          </a:xfrm>
        </p:spPr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EE34DCC-0789-4B21-A328-FF554B1B07BE}"/>
              </a:ext>
            </a:extLst>
          </p:cNvPr>
          <p:cNvSpPr>
            <a:spLocks noGrp="1"/>
          </p:cNvSpPr>
          <p:nvPr>
            <p:ph type="body" idx="20"/>
          </p:nvPr>
        </p:nvSpPr>
        <p:spPr>
          <a:xfrm>
            <a:off x="8817252" y="5435223"/>
            <a:ext cx="1828800" cy="343061"/>
          </a:xfrm>
        </p:spPr>
        <p:txBody>
          <a:bodyPr/>
          <a:lstStyle/>
          <a:p>
            <a:r>
              <a:rPr lang="en-US" dirty="0"/>
              <a:t>TEXT MESSAGING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AE93F4CF-DD26-41DA-BA4C-2DCAC0B2F5EB}"/>
              </a:ext>
            </a:extLst>
          </p:cNvPr>
          <p:cNvSpPr>
            <a:spLocks noGrp="1"/>
          </p:cNvSpPr>
          <p:nvPr>
            <p:ph type="body" idx="24"/>
          </p:nvPr>
        </p:nvSpPr>
        <p:spPr>
          <a:xfrm>
            <a:off x="8801926" y="5590592"/>
            <a:ext cx="1844126" cy="343061"/>
          </a:xfrm>
        </p:spPr>
        <p:txBody>
          <a:bodyPr/>
          <a:lstStyle/>
          <a:p>
            <a:r>
              <a:rPr lang="en-US" dirty="0"/>
              <a:t>More subtle than voice</a:t>
            </a:r>
          </a:p>
        </p:txBody>
      </p:sp>
      <p:sp>
        <p:nvSpPr>
          <p:cNvPr id="56" name="Date Placeholder 55">
            <a:extLst>
              <a:ext uri="{FF2B5EF4-FFF2-40B4-BE49-F238E27FC236}">
                <a16:creationId xmlns:a16="http://schemas.microsoft.com/office/drawing/2014/main" id="{B289356A-BDA0-4234-84F2-9F2F25D0D7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dirty="0"/>
              <a:t>2022</a:t>
            </a:r>
          </a:p>
        </p:txBody>
      </p:sp>
      <p:sp>
        <p:nvSpPr>
          <p:cNvPr id="57" name="Footer Placeholder 56">
            <a:extLst>
              <a:ext uri="{FF2B5EF4-FFF2-40B4-BE49-F238E27FC236}">
                <a16:creationId xmlns:a16="http://schemas.microsoft.com/office/drawing/2014/main" id="{3A38BE84-957B-46B9-A315-4B5064DFF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D-STAR / KE8BZW</a:t>
            </a:r>
          </a:p>
        </p:txBody>
      </p:sp>
      <p:sp>
        <p:nvSpPr>
          <p:cNvPr id="58" name="Slide Number Placeholder 57">
            <a:extLst>
              <a:ext uri="{FF2B5EF4-FFF2-40B4-BE49-F238E27FC236}">
                <a16:creationId xmlns:a16="http://schemas.microsoft.com/office/drawing/2014/main" id="{E1900601-8B04-4FF3-B06F-6BEFAC655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50799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E5FEE2D-79E5-4C1D-8BF7-EE619CA703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D-STAR SIMPLEX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F1AE66-47AA-4110-86B9-0626D495398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dirty="0"/>
              <a:t>2022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A5A93F-DCAE-40B8-8E94-3239A1A6A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D-STAR / KE8BZW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3091613-153A-4005-9F4D-2F185AE5F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A3FB119-FBF9-DB77-9239-1C4DB353418F}"/>
              </a:ext>
            </a:extLst>
          </p:cNvPr>
          <p:cNvSpPr txBox="1">
            <a:spLocks/>
          </p:cNvSpPr>
          <p:nvPr/>
        </p:nvSpPr>
        <p:spPr>
          <a:xfrm>
            <a:off x="3417863" y="1654415"/>
            <a:ext cx="5356274" cy="203954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effectLst/>
              </a:rPr>
              <a:t>After setting your callsign, simply tune to…</a:t>
            </a:r>
            <a:br>
              <a:rPr lang="en-US" sz="1800" dirty="0">
                <a:solidFill>
                  <a:srgbClr val="000000"/>
                </a:solidFill>
                <a:effectLst/>
              </a:rPr>
            </a:br>
            <a:r>
              <a:rPr lang="en-US" sz="9600" dirty="0">
                <a:solidFill>
                  <a:srgbClr val="000000"/>
                </a:solidFill>
                <a:effectLst/>
              </a:rPr>
              <a:t>145.670</a:t>
            </a:r>
          </a:p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Enable DV mode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282138F-A551-D295-E916-25B84516B716}"/>
              </a:ext>
            </a:extLst>
          </p:cNvPr>
          <p:cNvSpPr txBox="1"/>
          <p:nvPr/>
        </p:nvSpPr>
        <p:spPr>
          <a:xfrm>
            <a:off x="838199" y="5348525"/>
            <a:ext cx="10515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This is the National D-STAR Simplex Calling Frequency also try </a:t>
            </a:r>
            <a:r>
              <a:rPr lang="en-US" sz="1800" b="1" dirty="0">
                <a:effectLst/>
              </a:rPr>
              <a:t>145.600</a:t>
            </a:r>
            <a:r>
              <a:rPr lang="en-US" sz="1800" dirty="0">
                <a:effectLst/>
              </a:rPr>
              <a:t>, </a:t>
            </a:r>
            <a:r>
              <a:rPr lang="en-US" sz="1800" b="1" dirty="0">
                <a:effectLst/>
              </a:rPr>
              <a:t>441.000</a:t>
            </a:r>
            <a:r>
              <a:rPr lang="en-US" sz="1800" dirty="0">
                <a:effectLst/>
              </a:rPr>
              <a:t>, and </a:t>
            </a:r>
            <a:r>
              <a:rPr lang="en-US" sz="1800" b="1" dirty="0">
                <a:solidFill>
                  <a:srgbClr val="000000"/>
                </a:solidFill>
              </a:rPr>
              <a:t>445.670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63D3762-3BD6-7BF3-6B7C-BC818CEBE1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5467" y="3693963"/>
            <a:ext cx="5001065" cy="1570067"/>
          </a:xfrm>
          <a:prstGeom prst="rect">
            <a:avLst/>
          </a:prstGeom>
        </p:spPr>
      </p:pic>
      <mc:AlternateContent xmlns:mc="http://schemas.openxmlformats.org/markup-compatibility/2006">
        <mc:Choice xmlns:am3d="http://schemas.microsoft.com/office/drawing/2017/model3d" xmlns="" Requires="am3d">
          <p:graphicFrame>
            <p:nvGraphicFramePr>
              <p:cNvPr id="2" name="3D Model 1" descr="2-way Radio">
                <a:extLst>
                  <a:ext uri="{FF2B5EF4-FFF2-40B4-BE49-F238E27FC236}">
                    <a16:creationId xmlns:a16="http://schemas.microsoft.com/office/drawing/2014/main" id="{F24D0DAD-ADAB-AEAF-1FF3-94905D1F4702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040455430"/>
                  </p:ext>
                </p:extLst>
              </p:nvPr>
            </p:nvGraphicFramePr>
            <p:xfrm>
              <a:off x="1665511" y="321952"/>
              <a:ext cx="1512219" cy="5069266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1512219" cy="5069266"/>
                    </a:xfrm>
                    <a:prstGeom prst="rect">
                      <a:avLst/>
                    </a:prstGeom>
                  </am3d:spPr>
                  <am3d:camera>
                    <am3d:pos x="0" y="0" z="4944337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8393086" d="1000000"/>
                    <am3d:preTrans dx="-222492" dy="-17998253" dz="-838032"/>
                    <am3d:scale>
                      <am3d:sx n="1000000" d="1000000"/>
                      <am3d:sy n="1000000" d="1000000"/>
                      <am3d:sz n="1000000" d="1000000"/>
                    </am3d:scale>
                    <am3d:rot ax="804128" ay="1510027" az="347152"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5316544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2" name="3D Model 1" descr="2-way Radio">
                <a:extLst>
                  <a:ext uri="{FF2B5EF4-FFF2-40B4-BE49-F238E27FC236}">
                    <a16:creationId xmlns:a16="http://schemas.microsoft.com/office/drawing/2014/main" id="{F24D0DAD-ADAB-AEAF-1FF3-94905D1F470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665511" y="321952"/>
                <a:ext cx="1512219" cy="506926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xmlns="" Requires="am3d">
          <p:graphicFrame>
            <p:nvGraphicFramePr>
              <p:cNvPr id="4" name="3D Model 3" descr="2-way Radio">
                <a:extLst>
                  <a:ext uri="{FF2B5EF4-FFF2-40B4-BE49-F238E27FC236}">
                    <a16:creationId xmlns:a16="http://schemas.microsoft.com/office/drawing/2014/main" id="{874BFA61-A94D-0680-B553-F8BF5DE58FAB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018128849"/>
                  </p:ext>
                </p:extLst>
              </p:nvPr>
            </p:nvGraphicFramePr>
            <p:xfrm>
              <a:off x="9345902" y="393389"/>
              <a:ext cx="1436132" cy="4955135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1436132" cy="4955135"/>
                    </a:xfrm>
                    <a:prstGeom prst="rect">
                      <a:avLst/>
                    </a:prstGeom>
                  </am3d:spPr>
                  <am3d:camera>
                    <am3d:pos x="0" y="0" z="4944337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8393086" d="1000000"/>
                    <am3d:preTrans dx="-222492" dy="-17998253" dz="-838032"/>
                    <am3d:scale>
                      <am3d:sx n="1000000" d="1000000"/>
                      <am3d:sy n="1000000" d="1000000"/>
                      <am3d:sz n="1000000" d="1000000"/>
                    </am3d:scale>
                    <am3d:rot ax="857089" ay="-1975413" az="-472751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531654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" name="3D Model 3" descr="2-way Radio">
                <a:extLst>
                  <a:ext uri="{FF2B5EF4-FFF2-40B4-BE49-F238E27FC236}">
                    <a16:creationId xmlns:a16="http://schemas.microsoft.com/office/drawing/2014/main" id="{874BFA61-A94D-0680-B553-F8BF5DE58FA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345902" y="393389"/>
                <a:ext cx="1436132" cy="495513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99682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A2D15-4D68-4BF7-9421-032AE6C88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156" y="892177"/>
            <a:ext cx="8421688" cy="1325563"/>
          </a:xfrm>
        </p:spPr>
        <p:txBody>
          <a:bodyPr/>
          <a:lstStyle/>
          <a:p>
            <a:r>
              <a:rPr lang="en-US" dirty="0"/>
              <a:t>REPEATERS: LOCAL &amp; INTERNET GATEWAY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F0714D4-1A7C-4D7F-A5C0-4F766382B6A9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2206700" y="4984934"/>
            <a:ext cx="2330816" cy="343061"/>
          </a:xfrm>
        </p:spPr>
        <p:txBody>
          <a:bodyPr/>
          <a:lstStyle/>
          <a:p>
            <a:r>
              <a:rPr lang="en-US" dirty="0"/>
              <a:t>TO: CQCQCQ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017101B-2009-4267-8513-19000E37B1F0}"/>
              </a:ext>
            </a:extLst>
          </p:cNvPr>
          <p:cNvSpPr>
            <a:spLocks noGrp="1"/>
          </p:cNvSpPr>
          <p:nvPr>
            <p:ph type="body" idx="22"/>
          </p:nvPr>
        </p:nvSpPr>
        <p:spPr>
          <a:xfrm>
            <a:off x="2465313" y="5379206"/>
            <a:ext cx="1855949" cy="343061"/>
          </a:xfrm>
        </p:spPr>
        <p:txBody>
          <a:bodyPr/>
          <a:lstStyle/>
          <a:p>
            <a:r>
              <a:rPr lang="en-US" sz="1400" dirty="0"/>
              <a:t>FROM: W8CMH B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6AEE506-9967-4592-BC98-D3FD3028A8E5}"/>
              </a:ext>
            </a:extLst>
          </p:cNvPr>
          <p:cNvSpPr>
            <a:spLocks noGrp="1"/>
          </p:cNvSpPr>
          <p:nvPr>
            <p:ph type="body" idx="19"/>
          </p:nvPr>
        </p:nvSpPr>
        <p:spPr>
          <a:xfrm>
            <a:off x="7667593" y="4990819"/>
            <a:ext cx="2317707" cy="343061"/>
          </a:xfrm>
        </p:spPr>
        <p:txBody>
          <a:bodyPr/>
          <a:lstStyle/>
          <a:p>
            <a:r>
              <a:rPr lang="en-US" dirty="0"/>
              <a:t>TO: N7IH B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D40B843D-6615-46EB-A813-BEBD624EC685}"/>
              </a:ext>
            </a:extLst>
          </p:cNvPr>
          <p:cNvSpPr>
            <a:spLocks noGrp="1"/>
          </p:cNvSpPr>
          <p:nvPr>
            <p:ph type="body" idx="23"/>
          </p:nvPr>
        </p:nvSpPr>
        <p:spPr>
          <a:xfrm>
            <a:off x="7926206" y="5385091"/>
            <a:ext cx="1845511" cy="343061"/>
          </a:xfrm>
        </p:spPr>
        <p:txBody>
          <a:bodyPr/>
          <a:lstStyle/>
          <a:p>
            <a:r>
              <a:rPr lang="en-US" sz="1400" dirty="0"/>
              <a:t>FROM: W8CMH B</a:t>
            </a:r>
          </a:p>
        </p:txBody>
      </p:sp>
      <p:sp>
        <p:nvSpPr>
          <p:cNvPr id="23" name="Date Placeholder 22">
            <a:extLst>
              <a:ext uri="{FF2B5EF4-FFF2-40B4-BE49-F238E27FC236}">
                <a16:creationId xmlns:a16="http://schemas.microsoft.com/office/drawing/2014/main" id="{637DEDF5-3FCD-4BC2-86A5-7BE2BF01EA3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dirty="0"/>
              <a:t>2022</a:t>
            </a:r>
          </a:p>
        </p:txBody>
      </p:sp>
      <p:sp>
        <p:nvSpPr>
          <p:cNvPr id="24" name="Footer Placeholder 23">
            <a:extLst>
              <a:ext uri="{FF2B5EF4-FFF2-40B4-BE49-F238E27FC236}">
                <a16:creationId xmlns:a16="http://schemas.microsoft.com/office/drawing/2014/main" id="{918C3C97-444D-4600-8553-B9C4C1F84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D-STAR</a:t>
            </a:r>
          </a:p>
        </p:txBody>
      </p: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148E9129-4CC6-47BA-ACD8-2C632A866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32B5F966-9F31-B97B-EF90-DFD9DBDE7C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625" y="2842675"/>
            <a:ext cx="4621237" cy="1851238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A3C62BCF-B63D-F7FB-81A5-7047B7B96C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7577" y="2842675"/>
            <a:ext cx="4687426" cy="1898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93012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7762301-F83A-4BEA-9D11-E6C99FB574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LOCAL D-STAR REPEATERS</a:t>
            </a:r>
          </a:p>
        </p:txBody>
      </p:sp>
      <p:graphicFrame>
        <p:nvGraphicFramePr>
          <p:cNvPr id="33" name="Content Placeholder 3" descr="Timeline Placeholder ">
            <a:extLst>
              <a:ext uri="{FF2B5EF4-FFF2-40B4-BE49-F238E27FC236}">
                <a16:creationId xmlns:a16="http://schemas.microsoft.com/office/drawing/2014/main" id="{7BC1F95D-CCD2-421B-B06B-706699FAAD5D}"/>
              </a:ext>
            </a:extLst>
          </p:cNvPr>
          <p:cNvGraphicFramePr>
            <a:graphicFrameLocks noGrp="1"/>
          </p:cNvGraphicFramePr>
          <p:nvPr>
            <p:ph type="dgm" sz="quarter" idx="15"/>
            <p:extLst>
              <p:ext uri="{D42A27DB-BD31-4B8C-83A1-F6EECF244321}">
                <p14:modId xmlns:p14="http://schemas.microsoft.com/office/powerpoint/2010/main" val="3316627772"/>
              </p:ext>
            </p:extLst>
          </p:nvPr>
        </p:nvGraphicFramePr>
        <p:xfrm>
          <a:off x="838200" y="2111375"/>
          <a:ext cx="8523914" cy="37449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3627CC26-34EF-4BB9-B289-9EC56B07D1E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dirty="0"/>
              <a:t>2022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E98E6AD-9D37-499C-898E-ED12AC36D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D-STAR / KE8BZW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2908AF9-2A07-4B50-BC13-471792106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9</a:t>
            </a:fld>
            <a:endParaRPr lang="en-US" dirty="0"/>
          </a:p>
        </p:txBody>
      </p:sp>
      <mc:AlternateContent xmlns:mc="http://schemas.openxmlformats.org/markup-compatibility/2006">
        <mc:Choice xmlns:am3d="http://schemas.microsoft.com/office/drawing/2017/model3d" xmlns="" Requires="am3d">
          <p:graphicFrame>
            <p:nvGraphicFramePr>
              <p:cNvPr id="2" name="3D Model 1" descr="Tower">
                <a:extLst>
                  <a:ext uri="{FF2B5EF4-FFF2-40B4-BE49-F238E27FC236}">
                    <a16:creationId xmlns:a16="http://schemas.microsoft.com/office/drawing/2014/main" id="{719C6F9D-832B-00FA-0B79-FC008E1B8E08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709766387"/>
                  </p:ext>
                </p:extLst>
              </p:nvPr>
            </p:nvGraphicFramePr>
            <p:xfrm>
              <a:off x="9589081" y="391361"/>
              <a:ext cx="1541943" cy="5438687"/>
            </p:xfrm>
            <a:graphic>
              <a:graphicData uri="http://schemas.microsoft.com/office/drawing/2017/model3d">
                <am3d:model3d r:embed="rId7">
                  <am3d:spPr>
                    <a:xfrm>
                      <a:off x="0" y="0"/>
                      <a:ext cx="1541943" cy="5438687"/>
                    </a:xfrm>
                    <a:prstGeom prst="rect">
                      <a:avLst/>
                    </a:prstGeom>
                  </am3d:spPr>
                  <am3d:camera>
                    <am3d:pos x="0" y="0" z="4963784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2542319" d="1000000"/>
                    <am3d:preTrans dx="793890" dy="-17999805" dz="94762"/>
                    <am3d:scale>
                      <am3d:sx n="1000000" d="1000000"/>
                      <am3d:sy n="1000000" d="1000000"/>
                      <am3d:sz n="1000000" d="1000000"/>
                    </am3d:scale>
                    <am3d:rot ax="466549" ay="1147948" az="153755"/>
                    <am3d:postTrans dx="0" dy="0" dz="0"/>
                  </am3d:trans>
                  <am3d:raster rName="Office3DRenderer" rVer="16.0.8326">
                    <am3d:blip r:embed="rId8"/>
                  </am3d:raster>
                  <am3d:objViewport viewportSz="580608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2" name="3D Model 1" descr="Tower">
                <a:extLst>
                  <a:ext uri="{FF2B5EF4-FFF2-40B4-BE49-F238E27FC236}">
                    <a16:creationId xmlns:a16="http://schemas.microsoft.com/office/drawing/2014/main" id="{719C6F9D-832B-00FA-0B79-FC008E1B8E0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589081" y="391361"/>
                <a:ext cx="1541943" cy="5438687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24512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A2CD4-732A-43E4-BCB9-CBA2055E0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7724" y="2809876"/>
            <a:ext cx="6696075" cy="538236"/>
          </a:xfrm>
        </p:spPr>
        <p:txBody>
          <a:bodyPr/>
          <a:lstStyle/>
          <a:p>
            <a:r>
              <a:rPr lang="en-US" dirty="0"/>
              <a:t>GATEWAY REGISTRATION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FD0450-A909-4CD9-8912-96A19ACEB7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57725" y="3587263"/>
            <a:ext cx="6696074" cy="1806666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Check here: </a:t>
            </a:r>
            <a:r>
              <a:rPr lang="x-none" dirty="0">
                <a:hlinkClick r:id="rId2"/>
              </a:rPr>
              <a:t>https://regist.dstargateway.org/regcheck/index.php</a:t>
            </a:r>
            <a:endParaRPr lang="en-US" dirty="0"/>
          </a:p>
          <a:p>
            <a:endParaRPr lang="en-US" dirty="0"/>
          </a:p>
          <a:p>
            <a:r>
              <a:rPr lang="en-US" dirty="0"/>
              <a:t>Registration with a gateway is your key to long-range communications with </a:t>
            </a:r>
            <a:br>
              <a:rPr lang="en-US" dirty="0"/>
            </a:br>
            <a:r>
              <a:rPr lang="en-US" dirty="0"/>
              <a:t>D-STAR.  If it’s not working for you, check your registration above first.</a:t>
            </a:r>
          </a:p>
          <a:p>
            <a:r>
              <a:rPr lang="en-US" dirty="0"/>
              <a:t/>
            </a:r>
            <a:br>
              <a:rPr lang="en-US" dirty="0"/>
            </a:br>
            <a:r>
              <a:rPr lang="en-US" dirty="0"/>
              <a:t>Register here if you have no local registration gateway repeater:</a:t>
            </a:r>
            <a:br>
              <a:rPr lang="en-US" dirty="0"/>
            </a:br>
            <a:r>
              <a:rPr lang="en-US" dirty="0">
                <a:hlinkClick r:id="rId3"/>
              </a:rPr>
              <a:t>https://regist.dstargateway.org/Dstar.do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53D834-F1E2-4848-8093-D412A7B081A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76774" y="6356350"/>
            <a:ext cx="1695450" cy="365125"/>
          </a:xfrm>
        </p:spPr>
        <p:txBody>
          <a:bodyPr/>
          <a:lstStyle/>
          <a:p>
            <a:r>
              <a:rPr lang="en-US" dirty="0"/>
              <a:t>2022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55A49C-96F4-440D-B89E-A0AE94F701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43699" y="6356350"/>
            <a:ext cx="2543175" cy="365125"/>
          </a:xfrm>
        </p:spPr>
        <p:txBody>
          <a:bodyPr/>
          <a:lstStyle/>
          <a:p>
            <a:r>
              <a:rPr lang="en-US" dirty="0"/>
              <a:t>D-STAR / KE8BZW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A39FA3-9AE3-4689-A469-B7D2DFCCC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658350" y="6356350"/>
            <a:ext cx="1695450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43797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3DB88-62DD-4C41-977F-D59BEF14EE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09419"/>
            <a:ext cx="4082142" cy="585788"/>
          </a:xfrm>
        </p:spPr>
        <p:txBody>
          <a:bodyPr>
            <a:normAutofit/>
          </a:bodyPr>
          <a:lstStyle/>
          <a:p>
            <a:r>
              <a:rPr lang="en-US" dirty="0"/>
              <a:t>GATEWAY CQ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F37E83-2D8B-42EF-A2C4-5D2BBDB1F05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6074" y="1507772"/>
            <a:ext cx="2141764" cy="514350"/>
          </a:xfrm>
        </p:spPr>
        <p:txBody>
          <a:bodyPr/>
          <a:lstStyle/>
          <a:p>
            <a:r>
              <a:rPr lang="en-US" dirty="0"/>
              <a:t>1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D77839-2CFD-4BC8-85DA-9EE69CCE1B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32131" y="2584097"/>
            <a:ext cx="2141764" cy="514350"/>
          </a:xfrm>
        </p:spPr>
        <p:txBody>
          <a:bodyPr/>
          <a:lstStyle/>
          <a:p>
            <a:r>
              <a:rPr lang="en-US" dirty="0"/>
              <a:t>2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E386FF-C90F-4484-A843-D4BA75FFF00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38556" y="3660422"/>
            <a:ext cx="2141764" cy="514350"/>
          </a:xfrm>
        </p:spPr>
        <p:txBody>
          <a:bodyPr/>
          <a:lstStyle/>
          <a:p>
            <a:r>
              <a:rPr lang="en-US" dirty="0"/>
              <a:t>3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30780D1-5C1B-411C-81ED-7B9970FCBF8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922756" y="4736748"/>
            <a:ext cx="2141764" cy="514350"/>
          </a:xfrm>
        </p:spPr>
        <p:txBody>
          <a:bodyPr/>
          <a:lstStyle/>
          <a:p>
            <a:r>
              <a:rPr lang="en-US" dirty="0"/>
              <a:t>4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ABE7D8B-D1CD-44C0-AD2D-2ABA67684E9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401536" y="1613528"/>
            <a:ext cx="5102680" cy="1010842"/>
          </a:xfrm>
        </p:spPr>
        <p:txBody>
          <a:bodyPr>
            <a:normAutofit/>
          </a:bodyPr>
          <a:lstStyle/>
          <a:p>
            <a:r>
              <a:rPr lang="en-US" dirty="0"/>
              <a:t>Gateway Repeaters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8C2F0B15-120C-423F-8EE5-F303B19D5CC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986029" y="2682564"/>
            <a:ext cx="5102680" cy="1010842"/>
          </a:xfrm>
        </p:spPr>
        <p:txBody>
          <a:bodyPr>
            <a:normAutofit/>
          </a:bodyPr>
          <a:lstStyle/>
          <a:p>
            <a:r>
              <a:rPr lang="en-US" dirty="0"/>
              <a:t>Terminal Mode </a:t>
            </a:r>
          </a:p>
          <a:p>
            <a:r>
              <a:rPr lang="en-US" dirty="0"/>
              <a:t>(IC-705 or RS-MS3A / RS-MS3W app with cable)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300D2644-F516-41F1-A88D-93673EA209A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576938" y="3755394"/>
            <a:ext cx="5102680" cy="1010842"/>
          </a:xfrm>
        </p:spPr>
        <p:txBody>
          <a:bodyPr>
            <a:normAutofit/>
          </a:bodyPr>
          <a:lstStyle/>
          <a:p>
            <a:r>
              <a:rPr lang="en-US" dirty="0"/>
              <a:t>Doozy </a:t>
            </a:r>
          </a:p>
          <a:p>
            <a:r>
              <a:rPr lang="en-US" dirty="0"/>
              <a:t>(Windows app by </a:t>
            </a:r>
            <a:r>
              <a:rPr lang="en-US" b="0" i="0" dirty="0">
                <a:solidFill>
                  <a:srgbClr val="4A474B"/>
                </a:solidFill>
                <a:effectLst/>
                <a:latin typeface="Lato" panose="020B0604020202020204" pitchFamily="34" charset="0"/>
              </a:rPr>
              <a:t>PA7LIM)</a:t>
            </a:r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9405A1F0-98C1-4B11-8D9A-3C009ADC44D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175280" y="4824430"/>
            <a:ext cx="5102680" cy="1010842"/>
          </a:xfrm>
        </p:spPr>
        <p:txBody>
          <a:bodyPr>
            <a:normAutofit/>
          </a:bodyPr>
          <a:lstStyle/>
          <a:p>
            <a:r>
              <a:rPr lang="en-US" dirty="0"/>
              <a:t>D-STAR Hotspot</a:t>
            </a:r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24238BD7-9B10-4E64-B1B4-FDE6DD70AA6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dirty="0"/>
              <a:t>2022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CD3D67B7-A821-49FC-94BE-19EDE9D31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49143" y="6356350"/>
            <a:ext cx="3775981" cy="365125"/>
          </a:xfrm>
        </p:spPr>
        <p:txBody>
          <a:bodyPr/>
          <a:lstStyle/>
          <a:p>
            <a:r>
              <a:rPr lang="en-US" dirty="0"/>
              <a:t>D-STAR / KE8BZW</a:t>
            </a: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C8D6D0E8-3983-4B7D-ADB2-077E17AD3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0874" y="6356350"/>
            <a:ext cx="542925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1043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40014-73D5-419B-8867-972BB18D5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3700" y="892177"/>
            <a:ext cx="8421688" cy="1325563"/>
          </a:xfrm>
        </p:spPr>
        <p:txBody>
          <a:bodyPr/>
          <a:lstStyle/>
          <a:p>
            <a:r>
              <a:rPr lang="en-US" dirty="0"/>
              <a:t>TERMINAL / HOTSPOT GATEWAYS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5AD8B9-3719-4696-A80F-16A618C5D1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33700" y="2776936"/>
            <a:ext cx="3924300" cy="823912"/>
          </a:xfrm>
        </p:spPr>
        <p:txBody>
          <a:bodyPr/>
          <a:lstStyle/>
          <a:p>
            <a:r>
              <a:rPr lang="en-US" dirty="0"/>
              <a:t>APPS &amp; SOFTWARE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D8731E-4977-402E-8BFD-895B4D0544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933700" y="3834606"/>
            <a:ext cx="3924300" cy="1997867"/>
          </a:xfrm>
        </p:spPr>
        <p:txBody>
          <a:bodyPr>
            <a:normAutofit/>
          </a:bodyPr>
          <a:lstStyle/>
          <a:p>
            <a:r>
              <a:rPr lang="en-US" dirty="0"/>
              <a:t>Built-in to the IC-705</a:t>
            </a:r>
          </a:p>
          <a:p>
            <a:r>
              <a:rPr lang="en-US" dirty="0"/>
              <a:t>RS-MS3A app for Android</a:t>
            </a:r>
          </a:p>
          <a:p>
            <a:r>
              <a:rPr lang="en-US" dirty="0"/>
              <a:t>Doozy app for Windows</a:t>
            </a:r>
          </a:p>
          <a:p>
            <a:r>
              <a:rPr lang="en-US" dirty="0"/>
              <a:t>Free (TANSTAAFL)</a:t>
            </a:r>
          </a:p>
          <a:p>
            <a:r>
              <a:rPr lang="en-US" dirty="0"/>
              <a:t>Uses existing processors in existing device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CDEC5F-B8EE-4BC1-843F-13135E6E7A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410173" y="2776936"/>
            <a:ext cx="3943627" cy="823912"/>
          </a:xfrm>
        </p:spPr>
        <p:txBody>
          <a:bodyPr/>
          <a:lstStyle/>
          <a:p>
            <a:r>
              <a:rPr lang="en-US" dirty="0"/>
              <a:t>HARDWARE HOTSPOTS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0B65871-FA95-449A-B8BC-90486DE532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10173" y="3834606"/>
            <a:ext cx="3943627" cy="1997867"/>
          </a:xfrm>
        </p:spPr>
        <p:txBody>
          <a:bodyPr>
            <a:normAutofit/>
          </a:bodyPr>
          <a:lstStyle/>
          <a:p>
            <a:r>
              <a:rPr lang="en-US" dirty="0"/>
              <a:t>A microprocessor that interfaces RF to the D-STAR network</a:t>
            </a:r>
          </a:p>
          <a:p>
            <a:r>
              <a:rPr lang="en-US" dirty="0"/>
              <a:t>A separate device</a:t>
            </a:r>
          </a:p>
          <a:p>
            <a:r>
              <a:rPr lang="en-US" dirty="0"/>
              <a:t>Separate power supply</a:t>
            </a:r>
          </a:p>
          <a:p>
            <a:r>
              <a:rPr lang="en-US" dirty="0"/>
              <a:t>Updates and configuration</a:t>
            </a:r>
          </a:p>
          <a:p>
            <a:r>
              <a:rPr lang="en-US" dirty="0"/>
              <a:t>Often cross-mode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2A46C4A-D036-4440-BB64-6754F4FF27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dirty="0"/>
              <a:t>2022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5F172A-5D5D-43CD-A187-DA0D303F41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D-STAR / KE8BZW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96FFDC-ADE8-4009-A466-A81787258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37801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CA0637-CCAA-425E-A57A-6205AFDC8B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156" y="892177"/>
            <a:ext cx="8421688" cy="1325563"/>
          </a:xfrm>
        </p:spPr>
        <p:txBody>
          <a:bodyPr/>
          <a:lstStyle/>
          <a:p>
            <a:r>
              <a:rPr lang="en-US" dirty="0"/>
              <a:t>REFLECTORS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B86AD343-7149-4E7C-BD28-3080F25980C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dirty="0"/>
              <a:t>2022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A865CC01-A53B-495A-820C-BEC2680ED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D-STAR / KE8BZW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AE81C1E-A7C3-40CD-9C11-0C03A22212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13</a:t>
            </a:fld>
            <a:endParaRPr lang="en-US" dirty="0"/>
          </a:p>
        </p:txBody>
      </p:sp>
      <p:graphicFrame>
        <p:nvGraphicFramePr>
          <p:cNvPr id="24" name="Content Placeholder 3" descr="Timeline Placeholder ">
            <a:extLst>
              <a:ext uri="{FF2B5EF4-FFF2-40B4-BE49-F238E27FC236}">
                <a16:creationId xmlns:a16="http://schemas.microsoft.com/office/drawing/2014/main" id="{A1E56C61-40BC-D450-237D-FCE4853D880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38904142"/>
              </p:ext>
            </p:extLst>
          </p:nvPr>
        </p:nvGraphicFramePr>
        <p:xfrm>
          <a:off x="1834043" y="2186876"/>
          <a:ext cx="8523914" cy="37449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0778F230-BA12-AA35-2745-411A9E815382}"/>
              </a:ext>
            </a:extLst>
          </p:cNvPr>
          <p:cNvSpPr txBox="1"/>
          <p:nvPr/>
        </p:nvSpPr>
        <p:spPr>
          <a:xfrm>
            <a:off x="3424210" y="5272481"/>
            <a:ext cx="53435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SOURCE: </a:t>
            </a:r>
            <a:r>
              <a:rPr lang="en-US" dirty="0">
                <a:hlinkClick r:id="rId7"/>
              </a:rPr>
              <a:t>http://www.dstarinfo.com/Reflectors.aspx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294294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6D044-C704-4974-935B-AE3D7EFC9B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CROSS-MODE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A672774E-BCBF-4B44-9E79-28E9153ABA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dirty="0"/>
              <a:t>2022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18FAD6D3-B1FB-463D-87D0-FA9A4AEA1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D-STAR / KE8BZW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D5843A7-CBF3-441B-919C-8467B2BB1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D231A84-69BB-FD28-EB62-A808181ECA64}"/>
              </a:ext>
            </a:extLst>
          </p:cNvPr>
          <p:cNvSpPr txBox="1"/>
          <p:nvPr/>
        </p:nvSpPr>
        <p:spPr>
          <a:xfrm>
            <a:off x="3048587" y="2136338"/>
            <a:ext cx="6094826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D-STAR users can speak cross-mode via </a:t>
            </a:r>
            <a:r>
              <a:rPr lang="pt-BR" b="0" i="0" dirty="0">
                <a:solidFill>
                  <a:srgbClr val="24292F"/>
                </a:solidFill>
                <a:effectLst/>
                <a:latin typeface="-apple-system"/>
              </a:rPr>
              <a:t>URF Multiprotocol Gateway Reflector Server (URFD)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One example with great set-up instructions and support is: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>
                <a:hlinkClick r:id="rId2"/>
              </a:rPr>
              <a:t>https://hrcc.link/instructions.html</a:t>
            </a:r>
            <a:endParaRPr lang="en-US" dirty="0"/>
          </a:p>
          <a:p>
            <a:endParaRPr lang="en-US" dirty="0"/>
          </a:p>
          <a:p>
            <a:r>
              <a:rPr lang="en-US" dirty="0"/>
              <a:t>They also have a weekly net at </a:t>
            </a:r>
            <a:r>
              <a:rPr lang="en-US" b="1" dirty="0"/>
              <a:t>9:30 PM Eastern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b="1" dirty="0"/>
              <a:t>NOTE:</a:t>
            </a:r>
            <a:r>
              <a:rPr lang="en-US" dirty="0"/>
              <a:t> </a:t>
            </a:r>
            <a:r>
              <a:rPr lang="en-US" i="1" dirty="0"/>
              <a:t>Local repeaters support REF reflectors – you’d need to use Terminal Mode, Doozy, or a D-STAR Hotspot.</a:t>
            </a:r>
          </a:p>
        </p:txBody>
      </p:sp>
    </p:spTree>
    <p:extLst>
      <p:ext uri="{BB962C8B-B14F-4D97-AF65-F5344CB8AC3E}">
        <p14:creationId xmlns:p14="http://schemas.microsoft.com/office/powerpoint/2010/main" val="23035799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8FC28-E0BD-4387-B8BE-9965D1A57F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76875" y="1671639"/>
            <a:ext cx="5111750" cy="1204912"/>
          </a:xfrm>
        </p:spPr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D19BCA-B61F-4EA6-A1FB-CCA3BD8506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76875" y="3660774"/>
            <a:ext cx="5111750" cy="1525588"/>
          </a:xfrm>
        </p:spPr>
        <p:txBody>
          <a:bodyPr>
            <a:normAutofit/>
          </a:bodyPr>
          <a:lstStyle/>
          <a:p>
            <a:r>
              <a:rPr lang="en-US" dirty="0"/>
              <a:t>If your radio supports D-STAR why not make some time to get to know the features so you can build your skills in a digital mode designed by hams specifically for hams?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560550-EE65-43CE-B899-F421E74287A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dirty="0"/>
              <a:t>2022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35E32A-1A8C-43D2-9C6E-12887B4DED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D-STAR / KE8BZW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4B8313-9270-4128-8674-3A3E42B80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28616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2731C-311B-46F7-A865-6C3AF6B09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2075" y="1671639"/>
            <a:ext cx="5111750" cy="1204912"/>
          </a:xfrm>
        </p:spPr>
        <p:txBody>
          <a:bodyPr/>
          <a:lstStyle/>
          <a:p>
            <a:r>
              <a:rPr lang="en-US" dirty="0"/>
              <a:t>LINKS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5232F9-FD00-464A-9F17-619C91AEF8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62075" y="3028426"/>
            <a:ext cx="5111750" cy="2848062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D-STAR Info</a:t>
            </a:r>
            <a:br>
              <a:rPr lang="en-US" dirty="0"/>
            </a:br>
            <a:r>
              <a:rPr lang="en-US" dirty="0">
                <a:hlinkClick r:id="rId2"/>
              </a:rPr>
              <a:t>http://dstarinfo.com/</a:t>
            </a:r>
            <a:endParaRPr lang="en-US" dirty="0"/>
          </a:p>
          <a:p>
            <a:r>
              <a:rPr lang="en-US" dirty="0"/>
              <a:t>D-STAR Users</a:t>
            </a:r>
            <a:br>
              <a:rPr lang="en-US" dirty="0"/>
            </a:br>
            <a:r>
              <a:rPr lang="en-US" dirty="0">
                <a:hlinkClick r:id="rId3"/>
              </a:rPr>
              <a:t>https://www.dstarusers.org/lastheard.php</a:t>
            </a:r>
            <a:endParaRPr lang="en-US" dirty="0"/>
          </a:p>
          <a:p>
            <a:r>
              <a:rPr lang="en-US" dirty="0"/>
              <a:t>Doozy </a:t>
            </a:r>
            <a:br>
              <a:rPr lang="en-US" dirty="0"/>
            </a:br>
            <a:r>
              <a:rPr lang="en-US" dirty="0">
                <a:hlinkClick r:id="rId4"/>
              </a:rPr>
              <a:t>http://www.pa7lim.nl/doozy/</a:t>
            </a:r>
            <a:endParaRPr lang="en-US" dirty="0"/>
          </a:p>
          <a:p>
            <a:r>
              <a:rPr lang="en-US" dirty="0"/>
              <a:t>Android Apps </a:t>
            </a:r>
            <a:r>
              <a:rPr lang="en-US" dirty="0">
                <a:hlinkClick r:id="rId5"/>
              </a:rPr>
              <a:t>https://play.google.com/store/apps/developer?id=Icom+Inc.&amp;gl=US</a:t>
            </a:r>
            <a:endParaRPr lang="en-US" dirty="0"/>
          </a:p>
          <a:p>
            <a:r>
              <a:rPr lang="en-US" dirty="0"/>
              <a:t>iOS Apps</a:t>
            </a:r>
            <a:br>
              <a:rPr lang="en-US" dirty="0"/>
            </a:br>
            <a:r>
              <a:rPr lang="en-US" dirty="0">
                <a:hlinkClick r:id="rId6"/>
              </a:rPr>
              <a:t>https://apps.apple.com/us/developer/icom-incorporated/id1193842631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E12647-CCB2-45E2-A9CB-A868F49049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219200" cy="365125"/>
          </a:xfrm>
        </p:spPr>
        <p:txBody>
          <a:bodyPr/>
          <a:lstStyle/>
          <a:p>
            <a:r>
              <a:rPr lang="en-US" dirty="0"/>
              <a:t>2022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51ED20-04D4-4894-B0C2-9C541A61A7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63800" y="6356350"/>
            <a:ext cx="3479800" cy="365125"/>
          </a:xfrm>
        </p:spPr>
        <p:txBody>
          <a:bodyPr/>
          <a:lstStyle/>
          <a:p>
            <a:r>
              <a:rPr lang="en-US" dirty="0"/>
              <a:t>D-STAR / KE8BZW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C1787E-7110-4989-B0B8-DD4E0ACC0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37944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F1EDE-5423-435C-B149-87AB1BC22B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67200" y="1615736"/>
            <a:ext cx="4179570" cy="1524735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64C29E-DF30-4DC6-AB95-2016F9A703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67200" y="3238103"/>
            <a:ext cx="4179570" cy="1371997"/>
          </a:xfrm>
        </p:spPr>
        <p:txBody>
          <a:bodyPr>
            <a:normAutofit/>
          </a:bodyPr>
          <a:lstStyle/>
          <a:p>
            <a:r>
              <a:rPr lang="en-US" dirty="0"/>
              <a:t>Mark, KE8BZW</a:t>
            </a:r>
          </a:p>
          <a:p>
            <a:r>
              <a:rPr lang="en-US" dirty="0"/>
              <a:t>ke8bzw@arrl.net</a:t>
            </a:r>
          </a:p>
          <a:p>
            <a:r>
              <a:rPr lang="en-US" dirty="0">
                <a:hlinkClick r:id="rId2"/>
              </a:rPr>
              <a:t>https://dstar.fans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7C7382-18E7-4821-8C61-461D6BBE08F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67200" y="6356350"/>
            <a:ext cx="1774371" cy="365125"/>
          </a:xfrm>
        </p:spPr>
        <p:txBody>
          <a:bodyPr/>
          <a:lstStyle/>
          <a:p>
            <a:r>
              <a:rPr lang="en-US" dirty="0"/>
              <a:t>2022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90FA1B-5022-47AB-A0AE-8F5C57979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79721" y="6356350"/>
            <a:ext cx="2661557" cy="365125"/>
          </a:xfrm>
        </p:spPr>
        <p:txBody>
          <a:bodyPr/>
          <a:lstStyle/>
          <a:p>
            <a:r>
              <a:rPr lang="en-US" dirty="0"/>
              <a:t>D-STAR / KE8BZW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127D99-645F-4FCF-9573-FDFE2A344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97875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inimalist Presentation_tm67328976_Win32_LW_SL_v3" id="{B5A5B451-F186-4F05-917D-430247B33515}" vid="{C0610F80-F57F-4E6B-A096-3AEBDD5FC54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0" ma:contentTypeDescription="Create a new document." ma:contentTypeScope="" ma:versionID="1267097ee5f5874adfcc408041ae252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95891a93df65b14727750f2c06c306c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0FD6FE22-81A0-4500-AFD0-342D21BB9A2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C96B61E-1B64-430F-934F-7D1B9002802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9C43685-694E-4579-B109-3C418D49DA65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{9BBCD4B6-43BD-41D4-83F6-6E53D0CAFB3A}tf67328976_win32</Template>
  <TotalTime>314</TotalTime>
  <Words>682</Words>
  <Application>Microsoft Office PowerPoint</Application>
  <PresentationFormat>Widescreen</PresentationFormat>
  <Paragraphs>162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-apple-system</vt:lpstr>
      <vt:lpstr>Arial</vt:lpstr>
      <vt:lpstr>Calibri</vt:lpstr>
      <vt:lpstr>Lato</vt:lpstr>
      <vt:lpstr>Tenorite</vt:lpstr>
      <vt:lpstr>Office Theme</vt:lpstr>
      <vt:lpstr>D-STAR</vt:lpstr>
      <vt:lpstr>OVERVIEW</vt:lpstr>
      <vt:lpstr>INTRODUCTION</vt:lpstr>
      <vt:lpstr>What is D-STAR</vt:lpstr>
      <vt:lpstr>DIFFERENT TYPES OF D-STAR Communications</vt:lpstr>
      <vt:lpstr>D-STAR CAPABILITIES  </vt:lpstr>
      <vt:lpstr>D-STAR SIMPLEX</vt:lpstr>
      <vt:lpstr>REPEATERS: LOCAL &amp; INTERNET GATEWAY</vt:lpstr>
      <vt:lpstr>LOCAL D-STAR REPEATERS</vt:lpstr>
      <vt:lpstr>GATEWAY REGISTRATION</vt:lpstr>
      <vt:lpstr>GATEWAY CQ</vt:lpstr>
      <vt:lpstr>TERMINAL / HOTSPOT GATEWAYS</vt:lpstr>
      <vt:lpstr>REFLECTORS</vt:lpstr>
      <vt:lpstr>CROSS-MODE</vt:lpstr>
      <vt:lpstr>SUMMARY</vt:lpstr>
      <vt:lpstr>LINKS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D-STAR</dc:title>
  <dc:creator>Mark Noble</dc:creator>
  <cp:lastModifiedBy>chuck</cp:lastModifiedBy>
  <cp:revision>1</cp:revision>
  <dcterms:created xsi:type="dcterms:W3CDTF">2022-11-22T02:47:38Z</dcterms:created>
  <dcterms:modified xsi:type="dcterms:W3CDTF">2022-11-29T13:50:06Z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